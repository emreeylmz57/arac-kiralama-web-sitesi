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3" r:id="rId3"/>
    <p:sldId id="259" r:id="rId4"/>
    <p:sldId id="260" r:id="rId5"/>
    <p:sldId id="261" r:id="rId6"/>
    <p:sldId id="262" r:id="rId7"/>
    <p:sldId id="263" r:id="rId8"/>
    <p:sldId id="264" r:id="rId9"/>
    <p:sldId id="269" r:id="rId10"/>
    <p:sldId id="265" r:id="rId11"/>
    <p:sldId id="267" r:id="rId12"/>
    <p:sldId id="270" r:id="rId13"/>
    <p:sldId id="274" r:id="rId14"/>
    <p:sldId id="281" r:id="rId15"/>
    <p:sldId id="275" r:id="rId16"/>
    <p:sldId id="276" r:id="rId17"/>
    <p:sldId id="277" r:id="rId18"/>
    <p:sldId id="278" r:id="rId19"/>
    <p:sldId id="279" r:id="rId20"/>
    <p:sldId id="282" r:id="rId21"/>
    <p:sldId id="283" r:id="rId22"/>
    <p:sldId id="284" r:id="rId23"/>
    <p:sldId id="287" r:id="rId24"/>
    <p:sldId id="288" r:id="rId25"/>
    <p:sldId id="286" r:id="rId26"/>
    <p:sldId id="289" r:id="rId27"/>
    <p:sldId id="290" r:id="rId28"/>
    <p:sldId id="266" r:id="rId29"/>
    <p:sldId id="291" r:id="rId30"/>
    <p:sldId id="292" r:id="rId31"/>
    <p:sldId id="293" r:id="rId32"/>
    <p:sldId id="280" r:id="rId33"/>
  </p:sldIdLst>
  <p:sldSz cx="12192000" cy="6858000"/>
  <p:notesSz cx="6858000" cy="9144000"/>
  <p:defaultTextStyle>
    <a:defPPr rtl="0">
      <a:defRPr lang="tr-T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viewProps" Target="viewProps.xml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640B39-15F8-49C3-939D-24D790F18388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FE8F54C-8BFE-4B6D-9B5E-BDB0EC6D49B5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tr-TR" b="1">
              <a:solidFill>
                <a:schemeClr val="tx1"/>
              </a:solidFill>
              <a:latin typeface="Times New Roman"/>
              <a:cs typeface="Times New Roman"/>
            </a:rPr>
            <a:t>1. Kullanım Kolaylığı ve Hız</a:t>
          </a:r>
        </a:p>
      </dgm:t>
    </dgm:pt>
    <dgm:pt modelId="{F28EB036-8DB0-46EB-801E-939BE400D62B}" type="parTrans" cxnId="{FE76651E-75A6-4732-9175-2F6D84559002}">
      <dgm:prSet/>
      <dgm:spPr/>
      <dgm:t>
        <a:bodyPr/>
        <a:lstStyle/>
        <a:p>
          <a:endParaRPr lang="en-US"/>
        </a:p>
      </dgm:t>
    </dgm:pt>
    <dgm:pt modelId="{1942EF24-44DD-41E5-B690-5B79515078ED}" type="sibTrans" cxnId="{FE76651E-75A6-4732-9175-2F6D84559002}">
      <dgm:prSet/>
      <dgm:spPr/>
      <dgm:t>
        <a:bodyPr/>
        <a:lstStyle/>
        <a:p>
          <a:endParaRPr lang="en-US"/>
        </a:p>
      </dgm:t>
    </dgm:pt>
    <dgm:pt modelId="{9C9ED5D2-D2FC-4138-AAC0-50C2940729C4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tr-TR" b="1">
              <a:solidFill>
                <a:schemeClr val="tx1"/>
              </a:solidFill>
              <a:latin typeface="Times New Roman"/>
              <a:cs typeface="Times New Roman"/>
            </a:rPr>
            <a:t>Çeşitlilik</a:t>
          </a:r>
          <a:r>
            <a:rPr lang="tr-TR">
              <a:solidFill>
                <a:schemeClr val="tx1"/>
              </a:solidFill>
              <a:latin typeface="Times New Roman"/>
              <a:cs typeface="Times New Roman"/>
            </a:rPr>
            <a:t>:</a:t>
          </a:r>
          <a:r>
            <a:rPr lang="tr-TR">
              <a:solidFill>
                <a:srgbClr val="FFFFFF"/>
              </a:solidFill>
              <a:latin typeface="Times New Roman"/>
              <a:cs typeface="Times New Roman"/>
            </a:rPr>
            <a:t> Ekonomik araçlardan lüks araçlara, SUV'lardan minibüslere kadar geniş bir araç yelpazesi.</a:t>
          </a:r>
        </a:p>
      </dgm:t>
    </dgm:pt>
    <dgm:pt modelId="{6E8D2CFF-CAC5-49F4-A211-0835C043B1F9}" type="parTrans" cxnId="{31939700-9D95-4A27-983E-6F1577FB7A47}">
      <dgm:prSet/>
      <dgm:spPr/>
      <dgm:t>
        <a:bodyPr/>
        <a:lstStyle/>
        <a:p>
          <a:endParaRPr lang="en-US"/>
        </a:p>
      </dgm:t>
    </dgm:pt>
    <dgm:pt modelId="{F7254F3E-6A00-46FA-B6D5-1AEE2BD1DDD6}" type="sibTrans" cxnId="{31939700-9D95-4A27-983E-6F1577FB7A47}">
      <dgm:prSet/>
      <dgm:spPr/>
      <dgm:t>
        <a:bodyPr/>
        <a:lstStyle/>
        <a:p>
          <a:endParaRPr lang="en-US"/>
        </a:p>
      </dgm:t>
    </dgm:pt>
    <dgm:pt modelId="{A6A0AF6D-1F8A-4656-994C-7B1193B948D1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tr-TR" b="1">
              <a:solidFill>
                <a:schemeClr val="tx1"/>
              </a:solidFill>
              <a:latin typeface="Times New Roman"/>
              <a:cs typeface="Times New Roman"/>
            </a:rPr>
            <a:t>İhtiyaca Uygunluk</a:t>
          </a:r>
          <a:r>
            <a:rPr lang="tr-TR">
              <a:solidFill>
                <a:schemeClr val="tx1"/>
              </a:solidFill>
              <a:latin typeface="Times New Roman"/>
              <a:cs typeface="Times New Roman"/>
            </a:rPr>
            <a:t>: </a:t>
          </a:r>
          <a:r>
            <a:rPr lang="tr-TR">
              <a:solidFill>
                <a:srgbClr val="FFFFFF"/>
              </a:solidFill>
              <a:latin typeface="Times New Roman"/>
              <a:cs typeface="Times New Roman"/>
            </a:rPr>
            <a:t>Farklı ihtiyaçlara ve bütçelere uygun araç seçenekleri</a:t>
          </a:r>
          <a:r>
            <a:rPr lang="tr-TR">
              <a:latin typeface="Times New Roman"/>
              <a:cs typeface="Times New Roman"/>
            </a:rPr>
            <a:t>.</a:t>
          </a:r>
          <a:endParaRPr lang="en-US">
            <a:latin typeface="Times New Roman"/>
            <a:cs typeface="Times New Roman"/>
          </a:endParaRPr>
        </a:p>
      </dgm:t>
    </dgm:pt>
    <dgm:pt modelId="{06828CC8-1334-4C62-B016-A2FC14EAEC19}" type="parTrans" cxnId="{A978B531-22D4-44B0-B4E0-B8A7CB445257}">
      <dgm:prSet/>
      <dgm:spPr/>
      <dgm:t>
        <a:bodyPr/>
        <a:lstStyle/>
        <a:p>
          <a:endParaRPr lang="en-US"/>
        </a:p>
      </dgm:t>
    </dgm:pt>
    <dgm:pt modelId="{233A932F-08D8-4D88-B509-AA8DA02E8EE9}" type="sibTrans" cxnId="{A978B531-22D4-44B0-B4E0-B8A7CB445257}">
      <dgm:prSet/>
      <dgm:spPr/>
      <dgm:t>
        <a:bodyPr/>
        <a:lstStyle/>
        <a:p>
          <a:endParaRPr lang="en-US"/>
        </a:p>
      </dgm:t>
    </dgm:pt>
    <dgm:pt modelId="{80CB99FE-228A-4693-A472-19CE3D1907AC}">
      <dgm:prSet phldr="0"/>
      <dgm:spPr/>
      <dgm:t>
        <a:bodyPr/>
        <a:lstStyle/>
        <a:p>
          <a:pPr rtl="0"/>
          <a:r>
            <a:rPr lang="tr-TR" b="1">
              <a:solidFill>
                <a:schemeClr val="tx1"/>
              </a:solidFill>
              <a:latin typeface="Times New Roman"/>
              <a:cs typeface="Times New Roman"/>
            </a:rPr>
            <a:t>Online Rezervasyon:</a:t>
          </a:r>
          <a:r>
            <a:rPr lang="tr-TR">
              <a:solidFill>
                <a:srgbClr val="FFFFFF"/>
              </a:solidFill>
              <a:latin typeface="Times New Roman"/>
              <a:cs typeface="Times New Roman"/>
            </a:rPr>
            <a:t> Birkaç tıklama ile araç seçeneklerini görebilir, rezervasyon yapabilir ve ödeme işlemlerini gerçekleştirebilirsiniz.</a:t>
          </a:r>
          <a:endParaRPr lang="en-US" b="0">
            <a:latin typeface="Times New Roman"/>
            <a:cs typeface="Times New Roman"/>
          </a:endParaRPr>
        </a:p>
      </dgm:t>
    </dgm:pt>
    <dgm:pt modelId="{7CB4C77B-166B-4FF2-A43E-9B737BA20796}" type="parTrans" cxnId="{597F5FBE-2C1D-4E03-A1AD-F750AC9CA1BC}">
      <dgm:prSet/>
      <dgm:spPr/>
    </dgm:pt>
    <dgm:pt modelId="{F43BAF1D-F675-4CA3-8B6C-49AF78368E84}" type="sibTrans" cxnId="{597F5FBE-2C1D-4E03-A1AD-F750AC9CA1BC}">
      <dgm:prSet/>
      <dgm:spPr/>
    </dgm:pt>
    <dgm:pt modelId="{266BD167-3A7A-49E9-8601-602BE1143857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tr-TR" b="1">
              <a:solidFill>
                <a:schemeClr val="tx1"/>
              </a:solidFill>
              <a:latin typeface="Times New Roman"/>
              <a:cs typeface="Times New Roman"/>
            </a:rPr>
            <a:t>2. Geniş Araç Seçenekleri</a:t>
          </a:r>
          <a:endParaRPr lang="tr-TR">
            <a:solidFill>
              <a:schemeClr val="tx1"/>
            </a:solidFill>
            <a:latin typeface="Times New Roman"/>
            <a:cs typeface="Times New Roman"/>
          </a:endParaRPr>
        </a:p>
      </dgm:t>
    </dgm:pt>
    <dgm:pt modelId="{5731E314-EAEB-48A8-8CEF-9B201EACA6EB}" type="parTrans" cxnId="{894FF0A3-6E41-4BA9-96EE-8C59AB942C29}">
      <dgm:prSet/>
      <dgm:spPr/>
    </dgm:pt>
    <dgm:pt modelId="{E635E43B-E5BE-4C2D-9CDE-1CBB033BFB9F}" type="sibTrans" cxnId="{894FF0A3-6E41-4BA9-96EE-8C59AB942C29}">
      <dgm:prSet/>
      <dgm:spPr/>
    </dgm:pt>
    <dgm:pt modelId="{86621EA2-68BB-4508-8387-28F39967B891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tr-TR" b="1">
              <a:solidFill>
                <a:schemeClr val="tx1"/>
              </a:solidFill>
              <a:latin typeface="Times New Roman"/>
              <a:cs typeface="Times New Roman"/>
            </a:rPr>
            <a:t>Hızlı İşlem</a:t>
          </a:r>
          <a:r>
            <a:rPr lang="tr-TR">
              <a:solidFill>
                <a:schemeClr val="accent6">
                  <a:lumMod val="40000"/>
                  <a:lumOff val="60000"/>
                </a:schemeClr>
              </a:solidFill>
              <a:latin typeface="Times New Roman"/>
              <a:cs typeface="Times New Roman"/>
            </a:rPr>
            <a:t>:</a:t>
          </a:r>
          <a:r>
            <a:rPr lang="tr-TR">
              <a:solidFill>
                <a:srgbClr val="FFFFFF"/>
              </a:solidFill>
              <a:latin typeface="Times New Roman"/>
              <a:cs typeface="Times New Roman"/>
            </a:rPr>
            <a:t> Fiziksel bir ofise gitmeye gerek kalmadan, internet üzerinden hızlıca araç kiralayabilirsiniz.</a:t>
          </a:r>
          <a:endParaRPr lang="tr-TR" b="1">
            <a:latin typeface="Times New Roman"/>
            <a:cs typeface="Times New Roman"/>
          </a:endParaRPr>
        </a:p>
      </dgm:t>
    </dgm:pt>
    <dgm:pt modelId="{2D3FB546-92B6-4282-A95B-DD00C8E85C81}" type="parTrans" cxnId="{14B743D3-7008-4AEF-97B2-A078BE8FCBDE}">
      <dgm:prSet/>
      <dgm:spPr/>
    </dgm:pt>
    <dgm:pt modelId="{2692810B-9A2E-45A4-903D-8B4EC69FC54D}" type="sibTrans" cxnId="{14B743D3-7008-4AEF-97B2-A078BE8FCBDE}">
      <dgm:prSet/>
      <dgm:spPr/>
    </dgm:pt>
    <dgm:pt modelId="{019B7445-CA5C-4ED7-AFD5-4C3D16CD7287}" type="pres">
      <dgm:prSet presAssocID="{09640B39-15F8-49C3-939D-24D790F18388}" presName="diagram" presStyleCnt="0">
        <dgm:presLayoutVars>
          <dgm:dir/>
          <dgm:resizeHandles val="exact"/>
        </dgm:presLayoutVars>
      </dgm:prSet>
      <dgm:spPr/>
    </dgm:pt>
    <dgm:pt modelId="{2D003F95-DC7D-426D-89E2-3365856A778A}" type="pres">
      <dgm:prSet presAssocID="{4FE8F54C-8BFE-4B6D-9B5E-BDB0EC6D49B5}" presName="node" presStyleLbl="node1" presStyleIdx="0" presStyleCnt="2">
        <dgm:presLayoutVars>
          <dgm:bulletEnabled val="1"/>
        </dgm:presLayoutVars>
      </dgm:prSet>
      <dgm:spPr/>
    </dgm:pt>
    <dgm:pt modelId="{7E72F62D-0A39-4C23-ADF9-FA53C2AB2F65}" type="pres">
      <dgm:prSet presAssocID="{1942EF24-44DD-41E5-B690-5B79515078ED}" presName="sibTrans" presStyleCnt="0"/>
      <dgm:spPr/>
    </dgm:pt>
    <dgm:pt modelId="{358EDA0A-F0A1-425B-93CE-157F6C4F35E1}" type="pres">
      <dgm:prSet presAssocID="{266BD167-3A7A-49E9-8601-602BE1143857}" presName="node" presStyleLbl="node1" presStyleIdx="1" presStyleCnt="2">
        <dgm:presLayoutVars>
          <dgm:bulletEnabled val="1"/>
        </dgm:presLayoutVars>
      </dgm:prSet>
      <dgm:spPr/>
    </dgm:pt>
  </dgm:ptLst>
  <dgm:cxnLst>
    <dgm:cxn modelId="{31939700-9D95-4A27-983E-6F1577FB7A47}" srcId="{266BD167-3A7A-49E9-8601-602BE1143857}" destId="{9C9ED5D2-D2FC-4138-AAC0-50C2940729C4}" srcOrd="0" destOrd="0" parTransId="{6E8D2CFF-CAC5-49F4-A211-0835C043B1F9}" sibTransId="{F7254F3E-6A00-46FA-B6D5-1AEE2BD1DDD6}"/>
    <dgm:cxn modelId="{F5639305-1E61-4364-8CAE-34D64CB7086C}" type="presOf" srcId="{9C9ED5D2-D2FC-4138-AAC0-50C2940729C4}" destId="{358EDA0A-F0A1-425B-93CE-157F6C4F35E1}" srcOrd="0" destOrd="1" presId="urn:microsoft.com/office/officeart/2005/8/layout/default"/>
    <dgm:cxn modelId="{4AC85A17-8569-4988-992A-3000DAECBDF3}" type="presOf" srcId="{A6A0AF6D-1F8A-4656-994C-7B1193B948D1}" destId="{358EDA0A-F0A1-425B-93CE-157F6C4F35E1}" srcOrd="0" destOrd="2" presId="urn:microsoft.com/office/officeart/2005/8/layout/default"/>
    <dgm:cxn modelId="{34191219-75A3-411F-B8BE-EE632FDBA672}" type="presOf" srcId="{266BD167-3A7A-49E9-8601-602BE1143857}" destId="{358EDA0A-F0A1-425B-93CE-157F6C4F35E1}" srcOrd="0" destOrd="0" presId="urn:microsoft.com/office/officeart/2005/8/layout/default"/>
    <dgm:cxn modelId="{FE76651E-75A6-4732-9175-2F6D84559002}" srcId="{09640B39-15F8-49C3-939D-24D790F18388}" destId="{4FE8F54C-8BFE-4B6D-9B5E-BDB0EC6D49B5}" srcOrd="0" destOrd="0" parTransId="{F28EB036-8DB0-46EB-801E-939BE400D62B}" sibTransId="{1942EF24-44DD-41E5-B690-5B79515078ED}"/>
    <dgm:cxn modelId="{A978B531-22D4-44B0-B4E0-B8A7CB445257}" srcId="{266BD167-3A7A-49E9-8601-602BE1143857}" destId="{A6A0AF6D-1F8A-4656-994C-7B1193B948D1}" srcOrd="1" destOrd="0" parTransId="{06828CC8-1334-4C62-B016-A2FC14EAEC19}" sibTransId="{233A932F-08D8-4D88-B509-AA8DA02E8EE9}"/>
    <dgm:cxn modelId="{0C5C9351-19D4-4B6C-BB6D-BDE4EAEAE9BA}" type="presOf" srcId="{09640B39-15F8-49C3-939D-24D790F18388}" destId="{019B7445-CA5C-4ED7-AFD5-4C3D16CD7287}" srcOrd="0" destOrd="0" presId="urn:microsoft.com/office/officeart/2005/8/layout/default"/>
    <dgm:cxn modelId="{6605BC79-1788-4D88-8D0F-F34AC9D68A3B}" type="presOf" srcId="{80CB99FE-228A-4693-A472-19CE3D1907AC}" destId="{2D003F95-DC7D-426D-89E2-3365856A778A}" srcOrd="0" destOrd="2" presId="urn:microsoft.com/office/officeart/2005/8/layout/default"/>
    <dgm:cxn modelId="{894FF0A3-6E41-4BA9-96EE-8C59AB942C29}" srcId="{09640B39-15F8-49C3-939D-24D790F18388}" destId="{266BD167-3A7A-49E9-8601-602BE1143857}" srcOrd="1" destOrd="0" parTransId="{5731E314-EAEB-48A8-8CEF-9B201EACA6EB}" sibTransId="{E635E43B-E5BE-4C2D-9CDE-1CBB033BFB9F}"/>
    <dgm:cxn modelId="{597F5FBE-2C1D-4E03-A1AD-F750AC9CA1BC}" srcId="{4FE8F54C-8BFE-4B6D-9B5E-BDB0EC6D49B5}" destId="{80CB99FE-228A-4693-A472-19CE3D1907AC}" srcOrd="1" destOrd="0" parTransId="{7CB4C77B-166B-4FF2-A43E-9B737BA20796}" sibTransId="{F43BAF1D-F675-4CA3-8B6C-49AF78368E84}"/>
    <dgm:cxn modelId="{532216C2-0907-4282-91CA-D62310ED12C8}" type="presOf" srcId="{4FE8F54C-8BFE-4B6D-9B5E-BDB0EC6D49B5}" destId="{2D003F95-DC7D-426D-89E2-3365856A778A}" srcOrd="0" destOrd="0" presId="urn:microsoft.com/office/officeart/2005/8/layout/default"/>
    <dgm:cxn modelId="{14B743D3-7008-4AEF-97B2-A078BE8FCBDE}" srcId="{4FE8F54C-8BFE-4B6D-9B5E-BDB0EC6D49B5}" destId="{86621EA2-68BB-4508-8387-28F39967B891}" srcOrd="0" destOrd="0" parTransId="{2D3FB546-92B6-4282-A95B-DD00C8E85C81}" sibTransId="{2692810B-9A2E-45A4-903D-8B4EC69FC54D}"/>
    <dgm:cxn modelId="{94C038FE-0566-4CF9-86BC-94FEBEBA6A82}" type="presOf" srcId="{86621EA2-68BB-4508-8387-28F39967B891}" destId="{2D003F95-DC7D-426D-89E2-3365856A778A}" srcOrd="0" destOrd="1" presId="urn:microsoft.com/office/officeart/2005/8/layout/default"/>
    <dgm:cxn modelId="{96054D92-AF81-4624-830C-5B0B26177FFC}" type="presParOf" srcId="{019B7445-CA5C-4ED7-AFD5-4C3D16CD7287}" destId="{2D003F95-DC7D-426D-89E2-3365856A778A}" srcOrd="0" destOrd="0" presId="urn:microsoft.com/office/officeart/2005/8/layout/default"/>
    <dgm:cxn modelId="{CB38A11F-9CBE-4A99-AB19-F49746A68F36}" type="presParOf" srcId="{019B7445-CA5C-4ED7-AFD5-4C3D16CD7287}" destId="{7E72F62D-0A39-4C23-ADF9-FA53C2AB2F65}" srcOrd="1" destOrd="0" presId="urn:microsoft.com/office/officeart/2005/8/layout/default"/>
    <dgm:cxn modelId="{BC6F4A40-1CF3-4976-8ECE-301CD8F43AB6}" type="presParOf" srcId="{019B7445-CA5C-4ED7-AFD5-4C3D16CD7287}" destId="{358EDA0A-F0A1-425B-93CE-157F6C4F35E1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640B39-15F8-49C3-939D-24D790F18388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FE8F54C-8BFE-4B6D-9B5E-BDB0EC6D49B5}">
      <dgm:prSet/>
      <dgm:spPr/>
      <dgm:t>
        <a:bodyPr/>
        <a:lstStyle/>
        <a:p>
          <a:r>
            <a:rPr lang="tr-TR" b="1"/>
            <a:t>3. Fiyat Karşılaştırma</a:t>
          </a:r>
          <a:endParaRPr lang="en-US"/>
        </a:p>
      </dgm:t>
    </dgm:pt>
    <dgm:pt modelId="{F28EB036-8DB0-46EB-801E-939BE400D62B}" type="parTrans" cxnId="{FE76651E-75A6-4732-9175-2F6D84559002}">
      <dgm:prSet/>
      <dgm:spPr/>
      <dgm:t>
        <a:bodyPr/>
        <a:lstStyle/>
        <a:p>
          <a:endParaRPr lang="en-US"/>
        </a:p>
      </dgm:t>
    </dgm:pt>
    <dgm:pt modelId="{1942EF24-44DD-41E5-B690-5B79515078ED}" type="sibTrans" cxnId="{FE76651E-75A6-4732-9175-2F6D84559002}">
      <dgm:prSet/>
      <dgm:spPr/>
      <dgm:t>
        <a:bodyPr/>
        <a:lstStyle/>
        <a:p>
          <a:endParaRPr lang="en-US"/>
        </a:p>
      </dgm:t>
    </dgm:pt>
    <dgm:pt modelId="{F3141EAA-4000-4975-AE2A-CE9D9C8347D1}">
      <dgm:prSet/>
      <dgm:spPr/>
      <dgm:t>
        <a:bodyPr/>
        <a:lstStyle/>
        <a:p>
          <a:r>
            <a:rPr lang="tr-TR" b="1"/>
            <a:t>En İyi Teklifler</a:t>
          </a:r>
          <a:r>
            <a:rPr lang="tr-TR"/>
            <a:t>: Farklı araç kiralama şirketlerinin fiyatlarını karşılaştırarak en iyi teklifi bulma imkanı.</a:t>
          </a:r>
          <a:endParaRPr lang="en-US"/>
        </a:p>
      </dgm:t>
    </dgm:pt>
    <dgm:pt modelId="{BEDC05C5-D272-424B-9F91-EDB474315D65}" type="parTrans" cxnId="{95021834-F7C8-451F-90B4-26E1D9B9EB55}">
      <dgm:prSet/>
      <dgm:spPr/>
      <dgm:t>
        <a:bodyPr/>
        <a:lstStyle/>
        <a:p>
          <a:endParaRPr lang="en-US"/>
        </a:p>
      </dgm:t>
    </dgm:pt>
    <dgm:pt modelId="{7C8EFB42-2F95-4C80-BB7B-D07BD8E5005B}" type="sibTrans" cxnId="{95021834-F7C8-451F-90B4-26E1D9B9EB55}">
      <dgm:prSet/>
      <dgm:spPr/>
      <dgm:t>
        <a:bodyPr/>
        <a:lstStyle/>
        <a:p>
          <a:endParaRPr lang="en-US"/>
        </a:p>
      </dgm:t>
    </dgm:pt>
    <dgm:pt modelId="{EB8D8726-0A5D-422D-8F8B-EDD89AF168F0}">
      <dgm:prSet/>
      <dgm:spPr/>
      <dgm:t>
        <a:bodyPr/>
        <a:lstStyle/>
        <a:p>
          <a:r>
            <a:rPr lang="tr-TR" b="1"/>
            <a:t>Şeffaflık</a:t>
          </a:r>
          <a:r>
            <a:rPr lang="tr-TR"/>
            <a:t>: Aynı platform üzerinden çeşitli teklifleri görerek bilinçli bir seçim yapma.</a:t>
          </a:r>
          <a:endParaRPr lang="en-US"/>
        </a:p>
      </dgm:t>
    </dgm:pt>
    <dgm:pt modelId="{30CE69C5-3DAA-4B7A-A745-0B22DA48F966}" type="parTrans" cxnId="{6BFCFED6-C82F-491E-87DB-9F41C6DCC369}">
      <dgm:prSet/>
      <dgm:spPr/>
      <dgm:t>
        <a:bodyPr/>
        <a:lstStyle/>
        <a:p>
          <a:endParaRPr lang="en-US"/>
        </a:p>
      </dgm:t>
    </dgm:pt>
    <dgm:pt modelId="{FF31F594-B0F0-4E55-B36A-31EC30C876D7}" type="sibTrans" cxnId="{6BFCFED6-C82F-491E-87DB-9F41C6DCC369}">
      <dgm:prSet/>
      <dgm:spPr/>
      <dgm:t>
        <a:bodyPr/>
        <a:lstStyle/>
        <a:p>
          <a:endParaRPr lang="en-US"/>
        </a:p>
      </dgm:t>
    </dgm:pt>
    <dgm:pt modelId="{DD38EB9A-B407-463C-BA9B-28AB1279BAD0}">
      <dgm:prSet/>
      <dgm:spPr/>
      <dgm:t>
        <a:bodyPr/>
        <a:lstStyle/>
        <a:p>
          <a:r>
            <a:rPr lang="tr-TR" b="1"/>
            <a:t>4. Kampanyalar ve İndirimler</a:t>
          </a:r>
          <a:endParaRPr lang="en-US"/>
        </a:p>
      </dgm:t>
    </dgm:pt>
    <dgm:pt modelId="{F3756C4C-9920-4B38-92F3-7883CCB9736B}" type="parTrans" cxnId="{BC998DA6-74FD-4942-AA5D-C1725639F52B}">
      <dgm:prSet/>
      <dgm:spPr/>
      <dgm:t>
        <a:bodyPr/>
        <a:lstStyle/>
        <a:p>
          <a:endParaRPr lang="en-US"/>
        </a:p>
      </dgm:t>
    </dgm:pt>
    <dgm:pt modelId="{64F94E39-AC23-41F3-93E0-F8601B7B9BEA}" type="sibTrans" cxnId="{BC998DA6-74FD-4942-AA5D-C1725639F52B}">
      <dgm:prSet/>
      <dgm:spPr/>
      <dgm:t>
        <a:bodyPr/>
        <a:lstStyle/>
        <a:p>
          <a:endParaRPr lang="en-US"/>
        </a:p>
      </dgm:t>
    </dgm:pt>
    <dgm:pt modelId="{9C9ED5D2-D2FC-4138-AAC0-50C2940729C4}">
      <dgm:prSet/>
      <dgm:spPr/>
      <dgm:t>
        <a:bodyPr/>
        <a:lstStyle/>
        <a:p>
          <a:r>
            <a:rPr lang="tr-TR" b="1"/>
            <a:t>Özel Fırsatlar</a:t>
          </a:r>
          <a:r>
            <a:rPr lang="tr-TR"/>
            <a:t>: Zaman zaman sunulan özel indirimler ve kampanyalar.</a:t>
          </a:r>
          <a:endParaRPr lang="en-US"/>
        </a:p>
      </dgm:t>
    </dgm:pt>
    <dgm:pt modelId="{6E8D2CFF-CAC5-49F4-A211-0835C043B1F9}" type="parTrans" cxnId="{31939700-9D95-4A27-983E-6F1577FB7A47}">
      <dgm:prSet/>
      <dgm:spPr/>
      <dgm:t>
        <a:bodyPr/>
        <a:lstStyle/>
        <a:p>
          <a:endParaRPr lang="en-US"/>
        </a:p>
      </dgm:t>
    </dgm:pt>
    <dgm:pt modelId="{F7254F3E-6A00-46FA-B6D5-1AEE2BD1DDD6}" type="sibTrans" cxnId="{31939700-9D95-4A27-983E-6F1577FB7A47}">
      <dgm:prSet/>
      <dgm:spPr/>
      <dgm:t>
        <a:bodyPr/>
        <a:lstStyle/>
        <a:p>
          <a:endParaRPr lang="en-US"/>
        </a:p>
      </dgm:t>
    </dgm:pt>
    <dgm:pt modelId="{A6A0AF6D-1F8A-4656-994C-7B1193B948D1}">
      <dgm:prSet/>
      <dgm:spPr/>
      <dgm:t>
        <a:bodyPr/>
        <a:lstStyle/>
        <a:p>
          <a:r>
            <a:rPr lang="tr-TR" b="1"/>
            <a:t>Ekonomik Seçenekler</a:t>
          </a:r>
          <a:r>
            <a:rPr lang="tr-TR"/>
            <a:t>: Daha ekonomik bir kiralama deneyimi.</a:t>
          </a:r>
          <a:endParaRPr lang="en-US"/>
        </a:p>
      </dgm:t>
    </dgm:pt>
    <dgm:pt modelId="{06828CC8-1334-4C62-B016-A2FC14EAEC19}" type="parTrans" cxnId="{A978B531-22D4-44B0-B4E0-B8A7CB445257}">
      <dgm:prSet/>
      <dgm:spPr/>
      <dgm:t>
        <a:bodyPr/>
        <a:lstStyle/>
        <a:p>
          <a:endParaRPr lang="en-US"/>
        </a:p>
      </dgm:t>
    </dgm:pt>
    <dgm:pt modelId="{233A932F-08D8-4D88-B509-AA8DA02E8EE9}" type="sibTrans" cxnId="{A978B531-22D4-44B0-B4E0-B8A7CB445257}">
      <dgm:prSet/>
      <dgm:spPr/>
      <dgm:t>
        <a:bodyPr/>
        <a:lstStyle/>
        <a:p>
          <a:endParaRPr lang="en-US"/>
        </a:p>
      </dgm:t>
    </dgm:pt>
    <dgm:pt modelId="{019B7445-CA5C-4ED7-AFD5-4C3D16CD7287}" type="pres">
      <dgm:prSet presAssocID="{09640B39-15F8-49C3-939D-24D790F18388}" presName="diagram" presStyleCnt="0">
        <dgm:presLayoutVars>
          <dgm:dir/>
          <dgm:resizeHandles val="exact"/>
        </dgm:presLayoutVars>
      </dgm:prSet>
      <dgm:spPr/>
    </dgm:pt>
    <dgm:pt modelId="{2D003F95-DC7D-426D-89E2-3365856A778A}" type="pres">
      <dgm:prSet presAssocID="{4FE8F54C-8BFE-4B6D-9B5E-BDB0EC6D49B5}" presName="node" presStyleLbl="node1" presStyleIdx="0" presStyleCnt="2">
        <dgm:presLayoutVars>
          <dgm:bulletEnabled val="1"/>
        </dgm:presLayoutVars>
      </dgm:prSet>
      <dgm:spPr/>
    </dgm:pt>
    <dgm:pt modelId="{7E72F62D-0A39-4C23-ADF9-FA53C2AB2F65}" type="pres">
      <dgm:prSet presAssocID="{1942EF24-44DD-41E5-B690-5B79515078ED}" presName="sibTrans" presStyleCnt="0"/>
      <dgm:spPr/>
    </dgm:pt>
    <dgm:pt modelId="{CFE4621D-8CDF-4C1D-892E-9C00E3754A91}" type="pres">
      <dgm:prSet presAssocID="{DD38EB9A-B407-463C-BA9B-28AB1279BAD0}" presName="node" presStyleLbl="node1" presStyleIdx="1" presStyleCnt="2">
        <dgm:presLayoutVars>
          <dgm:bulletEnabled val="1"/>
        </dgm:presLayoutVars>
      </dgm:prSet>
      <dgm:spPr/>
    </dgm:pt>
  </dgm:ptLst>
  <dgm:cxnLst>
    <dgm:cxn modelId="{31939700-9D95-4A27-983E-6F1577FB7A47}" srcId="{DD38EB9A-B407-463C-BA9B-28AB1279BAD0}" destId="{9C9ED5D2-D2FC-4138-AAC0-50C2940729C4}" srcOrd="0" destOrd="0" parTransId="{6E8D2CFF-CAC5-49F4-A211-0835C043B1F9}" sibTransId="{F7254F3E-6A00-46FA-B6D5-1AEE2BD1DDD6}"/>
    <dgm:cxn modelId="{FE76651E-75A6-4732-9175-2F6D84559002}" srcId="{09640B39-15F8-49C3-939D-24D790F18388}" destId="{4FE8F54C-8BFE-4B6D-9B5E-BDB0EC6D49B5}" srcOrd="0" destOrd="0" parTransId="{F28EB036-8DB0-46EB-801E-939BE400D62B}" sibTransId="{1942EF24-44DD-41E5-B690-5B79515078ED}"/>
    <dgm:cxn modelId="{A978B531-22D4-44B0-B4E0-B8A7CB445257}" srcId="{DD38EB9A-B407-463C-BA9B-28AB1279BAD0}" destId="{A6A0AF6D-1F8A-4656-994C-7B1193B948D1}" srcOrd="1" destOrd="0" parTransId="{06828CC8-1334-4C62-B016-A2FC14EAEC19}" sibTransId="{233A932F-08D8-4D88-B509-AA8DA02E8EE9}"/>
    <dgm:cxn modelId="{95021834-F7C8-451F-90B4-26E1D9B9EB55}" srcId="{4FE8F54C-8BFE-4B6D-9B5E-BDB0EC6D49B5}" destId="{F3141EAA-4000-4975-AE2A-CE9D9C8347D1}" srcOrd="0" destOrd="0" parTransId="{BEDC05C5-D272-424B-9F91-EDB474315D65}" sibTransId="{7C8EFB42-2F95-4C80-BB7B-D07BD8E5005B}"/>
    <dgm:cxn modelId="{DA41A03A-2D7C-4256-86A8-59B5257FC6FF}" type="presOf" srcId="{DD38EB9A-B407-463C-BA9B-28AB1279BAD0}" destId="{CFE4621D-8CDF-4C1D-892E-9C00E3754A91}" srcOrd="0" destOrd="0" presId="urn:microsoft.com/office/officeart/2005/8/layout/default"/>
    <dgm:cxn modelId="{43F56564-E56B-4EB1-AF25-D4A4A8CA3E2B}" type="presOf" srcId="{9C9ED5D2-D2FC-4138-AAC0-50C2940729C4}" destId="{CFE4621D-8CDF-4C1D-892E-9C00E3754A91}" srcOrd="0" destOrd="1" presId="urn:microsoft.com/office/officeart/2005/8/layout/default"/>
    <dgm:cxn modelId="{A1B24749-415B-48F8-B599-C621890BB055}" type="presOf" srcId="{A6A0AF6D-1F8A-4656-994C-7B1193B948D1}" destId="{CFE4621D-8CDF-4C1D-892E-9C00E3754A91}" srcOrd="0" destOrd="2" presId="urn:microsoft.com/office/officeart/2005/8/layout/default"/>
    <dgm:cxn modelId="{3D887B51-56C6-4536-8D96-AE85CB77BF8A}" type="presOf" srcId="{F3141EAA-4000-4975-AE2A-CE9D9C8347D1}" destId="{2D003F95-DC7D-426D-89E2-3365856A778A}" srcOrd="0" destOrd="1" presId="urn:microsoft.com/office/officeart/2005/8/layout/default"/>
    <dgm:cxn modelId="{0C5C9351-19D4-4B6C-BB6D-BDE4EAEAE9BA}" type="presOf" srcId="{09640B39-15F8-49C3-939D-24D790F18388}" destId="{019B7445-CA5C-4ED7-AFD5-4C3D16CD7287}" srcOrd="0" destOrd="0" presId="urn:microsoft.com/office/officeart/2005/8/layout/default"/>
    <dgm:cxn modelId="{0BAB1A57-6940-4AA9-8911-64112A287FAD}" type="presOf" srcId="{EB8D8726-0A5D-422D-8F8B-EDD89AF168F0}" destId="{2D003F95-DC7D-426D-89E2-3365856A778A}" srcOrd="0" destOrd="2" presId="urn:microsoft.com/office/officeart/2005/8/layout/default"/>
    <dgm:cxn modelId="{9C116077-A7DC-4E66-87FD-B1ABEDEA0BF4}" type="presOf" srcId="{4FE8F54C-8BFE-4B6D-9B5E-BDB0EC6D49B5}" destId="{2D003F95-DC7D-426D-89E2-3365856A778A}" srcOrd="0" destOrd="0" presId="urn:microsoft.com/office/officeart/2005/8/layout/default"/>
    <dgm:cxn modelId="{BC998DA6-74FD-4942-AA5D-C1725639F52B}" srcId="{09640B39-15F8-49C3-939D-24D790F18388}" destId="{DD38EB9A-B407-463C-BA9B-28AB1279BAD0}" srcOrd="1" destOrd="0" parTransId="{F3756C4C-9920-4B38-92F3-7883CCB9736B}" sibTransId="{64F94E39-AC23-41F3-93E0-F8601B7B9BEA}"/>
    <dgm:cxn modelId="{6BFCFED6-C82F-491E-87DB-9F41C6DCC369}" srcId="{4FE8F54C-8BFE-4B6D-9B5E-BDB0EC6D49B5}" destId="{EB8D8726-0A5D-422D-8F8B-EDD89AF168F0}" srcOrd="1" destOrd="0" parTransId="{30CE69C5-3DAA-4B7A-A745-0B22DA48F966}" sibTransId="{FF31F594-B0F0-4E55-B36A-31EC30C876D7}"/>
    <dgm:cxn modelId="{A512E248-DE9E-4A72-A413-D2DFC323181A}" type="presParOf" srcId="{019B7445-CA5C-4ED7-AFD5-4C3D16CD7287}" destId="{2D003F95-DC7D-426D-89E2-3365856A778A}" srcOrd="0" destOrd="0" presId="urn:microsoft.com/office/officeart/2005/8/layout/default"/>
    <dgm:cxn modelId="{9E2EB4E2-0E61-46B9-AD5E-900E725DC82E}" type="presParOf" srcId="{019B7445-CA5C-4ED7-AFD5-4C3D16CD7287}" destId="{7E72F62D-0A39-4C23-ADF9-FA53C2AB2F65}" srcOrd="1" destOrd="0" presId="urn:microsoft.com/office/officeart/2005/8/layout/default"/>
    <dgm:cxn modelId="{28A90D61-6C59-47EE-8E50-956BC7DA9CB6}" type="presParOf" srcId="{019B7445-CA5C-4ED7-AFD5-4C3D16CD7287}" destId="{CFE4621D-8CDF-4C1D-892E-9C00E3754A91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C214851-31F2-46BB-8C9D-DBCFCD0CDBD8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F8EA286-07B3-4574-9A36-9B4C207AB591}">
      <dgm:prSet/>
      <dgm:spPr/>
      <dgm:t>
        <a:bodyPr/>
        <a:lstStyle/>
        <a:p>
          <a:r>
            <a:rPr lang="tr-TR" b="1"/>
            <a:t>5. Kullanıcı Yorumları ve Değerlendirmeler</a:t>
          </a:r>
          <a:endParaRPr lang="en-US"/>
        </a:p>
      </dgm:t>
    </dgm:pt>
    <dgm:pt modelId="{FC6D7527-52EF-4A7F-BEEC-43E3C16648F1}" type="parTrans" cxnId="{41BBDA22-F70C-4221-9C8F-95266BB97F70}">
      <dgm:prSet/>
      <dgm:spPr/>
      <dgm:t>
        <a:bodyPr/>
        <a:lstStyle/>
        <a:p>
          <a:endParaRPr lang="en-US"/>
        </a:p>
      </dgm:t>
    </dgm:pt>
    <dgm:pt modelId="{7CF9649F-3E5E-4AED-BE50-D81CF9504C22}" type="sibTrans" cxnId="{41BBDA22-F70C-4221-9C8F-95266BB97F70}">
      <dgm:prSet/>
      <dgm:spPr/>
      <dgm:t>
        <a:bodyPr/>
        <a:lstStyle/>
        <a:p>
          <a:endParaRPr lang="en-US"/>
        </a:p>
      </dgm:t>
    </dgm:pt>
    <dgm:pt modelId="{87DE3BA1-9424-4245-B306-9D9F35A7D5ED}">
      <dgm:prSet/>
      <dgm:spPr/>
      <dgm:t>
        <a:bodyPr/>
        <a:lstStyle/>
        <a:p>
          <a:r>
            <a:rPr lang="tr-TR" b="1"/>
            <a:t>Güvenilirlik</a:t>
          </a:r>
          <a:r>
            <a:rPr lang="tr-TR"/>
            <a:t>: Diğer kullanıcıların deneyimlerini okuyarak güvenilir ve kaliteli hizmet sunan şirketleri seçme imkanı.</a:t>
          </a:r>
          <a:endParaRPr lang="en-US"/>
        </a:p>
      </dgm:t>
    </dgm:pt>
    <dgm:pt modelId="{047BFB65-B2CE-4805-A7CF-3F029C24691F}" type="parTrans" cxnId="{C533AFD0-CB76-451A-8FD5-28D242402692}">
      <dgm:prSet/>
      <dgm:spPr/>
      <dgm:t>
        <a:bodyPr/>
        <a:lstStyle/>
        <a:p>
          <a:endParaRPr lang="en-US"/>
        </a:p>
      </dgm:t>
    </dgm:pt>
    <dgm:pt modelId="{5B84FF36-3B90-4A8A-BDA5-7A201CDAF005}" type="sibTrans" cxnId="{C533AFD0-CB76-451A-8FD5-28D242402692}">
      <dgm:prSet/>
      <dgm:spPr/>
      <dgm:t>
        <a:bodyPr/>
        <a:lstStyle/>
        <a:p>
          <a:endParaRPr lang="en-US"/>
        </a:p>
      </dgm:t>
    </dgm:pt>
    <dgm:pt modelId="{5C9AEF76-E09C-475C-8B00-C475BC0A332A}">
      <dgm:prSet/>
      <dgm:spPr/>
      <dgm:t>
        <a:bodyPr/>
        <a:lstStyle/>
        <a:p>
          <a:r>
            <a:rPr lang="tr-TR" b="1"/>
            <a:t>Bilinçli Karar</a:t>
          </a:r>
          <a:r>
            <a:rPr lang="tr-TR"/>
            <a:t>: Daha bilinçli bir karar verme süreci.</a:t>
          </a:r>
          <a:endParaRPr lang="en-US"/>
        </a:p>
      </dgm:t>
    </dgm:pt>
    <dgm:pt modelId="{1638F59C-739F-4B80-8DA0-AC754BC1A576}" type="parTrans" cxnId="{FECD4BA0-2AA6-4407-BE22-B8B393524A37}">
      <dgm:prSet/>
      <dgm:spPr/>
      <dgm:t>
        <a:bodyPr/>
        <a:lstStyle/>
        <a:p>
          <a:endParaRPr lang="en-US"/>
        </a:p>
      </dgm:t>
    </dgm:pt>
    <dgm:pt modelId="{9D441242-71AD-4270-9D2C-465B437280D5}" type="sibTrans" cxnId="{FECD4BA0-2AA6-4407-BE22-B8B393524A37}">
      <dgm:prSet/>
      <dgm:spPr/>
      <dgm:t>
        <a:bodyPr/>
        <a:lstStyle/>
        <a:p>
          <a:endParaRPr lang="en-US"/>
        </a:p>
      </dgm:t>
    </dgm:pt>
    <dgm:pt modelId="{40F09943-5BB4-45D1-9DE4-32FA4180902F}">
      <dgm:prSet/>
      <dgm:spPr/>
      <dgm:t>
        <a:bodyPr/>
        <a:lstStyle/>
        <a:p>
          <a:r>
            <a:rPr lang="tr-TR" b="1"/>
            <a:t>6. Esneklik ve İhtiyaçlara Uygunluk</a:t>
          </a:r>
          <a:endParaRPr lang="en-US"/>
        </a:p>
      </dgm:t>
    </dgm:pt>
    <dgm:pt modelId="{03BDC7AC-D1B0-4293-9D4C-FA5AE726370A}" type="parTrans" cxnId="{324C23ED-9367-4640-83A7-812C86F784C9}">
      <dgm:prSet/>
      <dgm:spPr/>
      <dgm:t>
        <a:bodyPr/>
        <a:lstStyle/>
        <a:p>
          <a:endParaRPr lang="en-US"/>
        </a:p>
      </dgm:t>
    </dgm:pt>
    <dgm:pt modelId="{82579F8E-8207-4901-8D67-78D6EE4070ED}" type="sibTrans" cxnId="{324C23ED-9367-4640-83A7-812C86F784C9}">
      <dgm:prSet/>
      <dgm:spPr/>
      <dgm:t>
        <a:bodyPr/>
        <a:lstStyle/>
        <a:p>
          <a:endParaRPr lang="en-US"/>
        </a:p>
      </dgm:t>
    </dgm:pt>
    <dgm:pt modelId="{DB08DBEA-F650-4559-B304-6184E07EAF47}">
      <dgm:prSet/>
      <dgm:spPr/>
      <dgm:t>
        <a:bodyPr/>
        <a:lstStyle/>
        <a:p>
          <a:r>
            <a:rPr lang="tr-TR" b="1"/>
            <a:t>Esnek Çözümler</a:t>
          </a:r>
          <a:r>
            <a:rPr lang="tr-TR"/>
            <a:t>: Farklı ihtiyaçlara uygun esnek kiralama seçenekleri.</a:t>
          </a:r>
          <a:endParaRPr lang="en-US"/>
        </a:p>
      </dgm:t>
    </dgm:pt>
    <dgm:pt modelId="{3B774CAD-B5B6-4409-A022-139591382DB0}" type="parTrans" cxnId="{C439A504-F41A-4072-947A-54E0446D2A5A}">
      <dgm:prSet/>
      <dgm:spPr/>
      <dgm:t>
        <a:bodyPr/>
        <a:lstStyle/>
        <a:p>
          <a:endParaRPr lang="en-US"/>
        </a:p>
      </dgm:t>
    </dgm:pt>
    <dgm:pt modelId="{3C811198-95E6-4B6A-A531-83937E8A1F9C}" type="sibTrans" cxnId="{C439A504-F41A-4072-947A-54E0446D2A5A}">
      <dgm:prSet/>
      <dgm:spPr/>
      <dgm:t>
        <a:bodyPr/>
        <a:lstStyle/>
        <a:p>
          <a:endParaRPr lang="en-US"/>
        </a:p>
      </dgm:t>
    </dgm:pt>
    <dgm:pt modelId="{ABF99605-3004-4720-8D51-8396398979D3}">
      <dgm:prSet/>
      <dgm:spPr/>
      <dgm:t>
        <a:bodyPr/>
        <a:lstStyle/>
        <a:p>
          <a:r>
            <a:rPr lang="tr-TR" b="1"/>
            <a:t>One-Way Kiralama</a:t>
          </a:r>
          <a:r>
            <a:rPr lang="tr-TR"/>
            <a:t>: Aracı belirli bir noktada alıp başka bir noktada bırakma imkanı.</a:t>
          </a:r>
          <a:endParaRPr lang="en-US"/>
        </a:p>
      </dgm:t>
    </dgm:pt>
    <dgm:pt modelId="{D62ABF0F-8FDB-4FE8-84E3-B26FA6ABB573}" type="parTrans" cxnId="{60152317-13C9-4CA7-98FE-3601BCEF4E22}">
      <dgm:prSet/>
      <dgm:spPr/>
      <dgm:t>
        <a:bodyPr/>
        <a:lstStyle/>
        <a:p>
          <a:endParaRPr lang="en-US"/>
        </a:p>
      </dgm:t>
    </dgm:pt>
    <dgm:pt modelId="{D5DC45FE-E632-4E58-B676-821582F93438}" type="sibTrans" cxnId="{60152317-13C9-4CA7-98FE-3601BCEF4E22}">
      <dgm:prSet/>
      <dgm:spPr/>
      <dgm:t>
        <a:bodyPr/>
        <a:lstStyle/>
        <a:p>
          <a:endParaRPr lang="en-US"/>
        </a:p>
      </dgm:t>
    </dgm:pt>
    <dgm:pt modelId="{B6374B6A-A56B-4594-9300-6AE71A3392C4}" type="pres">
      <dgm:prSet presAssocID="{2C214851-31F2-46BB-8C9D-DBCFCD0CDBD8}" presName="diagram" presStyleCnt="0">
        <dgm:presLayoutVars>
          <dgm:dir/>
          <dgm:resizeHandles val="exact"/>
        </dgm:presLayoutVars>
      </dgm:prSet>
      <dgm:spPr/>
    </dgm:pt>
    <dgm:pt modelId="{71398809-1590-4BA8-B504-B89573B5C2F9}" type="pres">
      <dgm:prSet presAssocID="{AF8EA286-07B3-4574-9A36-9B4C207AB591}" presName="node" presStyleLbl="node1" presStyleIdx="0" presStyleCnt="2">
        <dgm:presLayoutVars>
          <dgm:bulletEnabled val="1"/>
        </dgm:presLayoutVars>
      </dgm:prSet>
      <dgm:spPr/>
    </dgm:pt>
    <dgm:pt modelId="{188DC2D0-D7C3-459A-BF28-9DE13BB35A5D}" type="pres">
      <dgm:prSet presAssocID="{7CF9649F-3E5E-4AED-BE50-D81CF9504C22}" presName="sibTrans" presStyleCnt="0"/>
      <dgm:spPr/>
    </dgm:pt>
    <dgm:pt modelId="{47EE98CA-0E99-4313-84DD-E5E5FCF87FBC}" type="pres">
      <dgm:prSet presAssocID="{40F09943-5BB4-45D1-9DE4-32FA4180902F}" presName="node" presStyleLbl="node1" presStyleIdx="1" presStyleCnt="2">
        <dgm:presLayoutVars>
          <dgm:bulletEnabled val="1"/>
        </dgm:presLayoutVars>
      </dgm:prSet>
      <dgm:spPr/>
    </dgm:pt>
  </dgm:ptLst>
  <dgm:cxnLst>
    <dgm:cxn modelId="{C439A504-F41A-4072-947A-54E0446D2A5A}" srcId="{40F09943-5BB4-45D1-9DE4-32FA4180902F}" destId="{DB08DBEA-F650-4559-B304-6184E07EAF47}" srcOrd="0" destOrd="0" parTransId="{3B774CAD-B5B6-4409-A022-139591382DB0}" sibTransId="{3C811198-95E6-4B6A-A531-83937E8A1F9C}"/>
    <dgm:cxn modelId="{60152317-13C9-4CA7-98FE-3601BCEF4E22}" srcId="{40F09943-5BB4-45D1-9DE4-32FA4180902F}" destId="{ABF99605-3004-4720-8D51-8396398979D3}" srcOrd="1" destOrd="0" parTransId="{D62ABF0F-8FDB-4FE8-84E3-B26FA6ABB573}" sibTransId="{D5DC45FE-E632-4E58-B676-821582F93438}"/>
    <dgm:cxn modelId="{41BBDA22-F70C-4221-9C8F-95266BB97F70}" srcId="{2C214851-31F2-46BB-8C9D-DBCFCD0CDBD8}" destId="{AF8EA286-07B3-4574-9A36-9B4C207AB591}" srcOrd="0" destOrd="0" parTransId="{FC6D7527-52EF-4A7F-BEEC-43E3C16648F1}" sibTransId="{7CF9649F-3E5E-4AED-BE50-D81CF9504C22}"/>
    <dgm:cxn modelId="{7D642633-7BCE-47B5-AA2B-55883BF327B1}" type="presOf" srcId="{40F09943-5BB4-45D1-9DE4-32FA4180902F}" destId="{47EE98CA-0E99-4313-84DD-E5E5FCF87FBC}" srcOrd="0" destOrd="0" presId="urn:microsoft.com/office/officeart/2005/8/layout/default"/>
    <dgm:cxn modelId="{6946A84A-C43F-488A-B8B1-85905E82CEE1}" type="presOf" srcId="{AF8EA286-07B3-4574-9A36-9B4C207AB591}" destId="{71398809-1590-4BA8-B504-B89573B5C2F9}" srcOrd="0" destOrd="0" presId="urn:microsoft.com/office/officeart/2005/8/layout/default"/>
    <dgm:cxn modelId="{62BB8588-65C6-414B-B12F-1A8D7319B15E}" type="presOf" srcId="{87DE3BA1-9424-4245-B306-9D9F35A7D5ED}" destId="{71398809-1590-4BA8-B504-B89573B5C2F9}" srcOrd="0" destOrd="1" presId="urn:microsoft.com/office/officeart/2005/8/layout/default"/>
    <dgm:cxn modelId="{F1319094-BF0B-4391-BE2B-DA8B6DD26D18}" type="presOf" srcId="{ABF99605-3004-4720-8D51-8396398979D3}" destId="{47EE98CA-0E99-4313-84DD-E5E5FCF87FBC}" srcOrd="0" destOrd="2" presId="urn:microsoft.com/office/officeart/2005/8/layout/default"/>
    <dgm:cxn modelId="{FECD4BA0-2AA6-4407-BE22-B8B393524A37}" srcId="{AF8EA286-07B3-4574-9A36-9B4C207AB591}" destId="{5C9AEF76-E09C-475C-8B00-C475BC0A332A}" srcOrd="1" destOrd="0" parTransId="{1638F59C-739F-4B80-8DA0-AC754BC1A576}" sibTransId="{9D441242-71AD-4270-9D2C-465B437280D5}"/>
    <dgm:cxn modelId="{BD0DC1BD-A734-49F6-9166-D6E8D4FED757}" type="presOf" srcId="{5C9AEF76-E09C-475C-8B00-C475BC0A332A}" destId="{71398809-1590-4BA8-B504-B89573B5C2F9}" srcOrd="0" destOrd="2" presId="urn:microsoft.com/office/officeart/2005/8/layout/default"/>
    <dgm:cxn modelId="{C533AFD0-CB76-451A-8FD5-28D242402692}" srcId="{AF8EA286-07B3-4574-9A36-9B4C207AB591}" destId="{87DE3BA1-9424-4245-B306-9D9F35A7D5ED}" srcOrd="0" destOrd="0" parTransId="{047BFB65-B2CE-4805-A7CF-3F029C24691F}" sibTransId="{5B84FF36-3B90-4A8A-BDA5-7A201CDAF005}"/>
    <dgm:cxn modelId="{B50B28DE-E8EF-4075-91E8-76EBCA587A66}" type="presOf" srcId="{2C214851-31F2-46BB-8C9D-DBCFCD0CDBD8}" destId="{B6374B6A-A56B-4594-9300-6AE71A3392C4}" srcOrd="0" destOrd="0" presId="urn:microsoft.com/office/officeart/2005/8/layout/default"/>
    <dgm:cxn modelId="{324C23ED-9367-4640-83A7-812C86F784C9}" srcId="{2C214851-31F2-46BB-8C9D-DBCFCD0CDBD8}" destId="{40F09943-5BB4-45D1-9DE4-32FA4180902F}" srcOrd="1" destOrd="0" parTransId="{03BDC7AC-D1B0-4293-9D4C-FA5AE726370A}" sibTransId="{82579F8E-8207-4901-8D67-78D6EE4070ED}"/>
    <dgm:cxn modelId="{E46E70FF-243C-4F51-A3B3-97CA887B6675}" type="presOf" srcId="{DB08DBEA-F650-4559-B304-6184E07EAF47}" destId="{47EE98CA-0E99-4313-84DD-E5E5FCF87FBC}" srcOrd="0" destOrd="1" presId="urn:microsoft.com/office/officeart/2005/8/layout/default"/>
    <dgm:cxn modelId="{A50EF080-AE16-4631-B61A-57B3D97B8B03}" type="presParOf" srcId="{B6374B6A-A56B-4594-9300-6AE71A3392C4}" destId="{71398809-1590-4BA8-B504-B89573B5C2F9}" srcOrd="0" destOrd="0" presId="urn:microsoft.com/office/officeart/2005/8/layout/default"/>
    <dgm:cxn modelId="{45910F87-02F3-4210-90CC-FC5A5EF26B29}" type="presParOf" srcId="{B6374B6A-A56B-4594-9300-6AE71A3392C4}" destId="{188DC2D0-D7C3-459A-BF28-9DE13BB35A5D}" srcOrd="1" destOrd="0" presId="urn:microsoft.com/office/officeart/2005/8/layout/default"/>
    <dgm:cxn modelId="{52951806-E007-4962-A78A-555BFF9865B8}" type="presParOf" srcId="{B6374B6A-A56B-4594-9300-6AE71A3392C4}" destId="{47EE98CA-0E99-4313-84DD-E5E5FCF87FBC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8EBF855-0939-44E2-B2B9-E4C655315BA2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570742B-5300-49E0-98FF-3D2A8209A246}">
      <dgm:prSet/>
      <dgm:spPr/>
      <dgm:t>
        <a:bodyPr/>
        <a:lstStyle/>
        <a:p>
          <a:r>
            <a:rPr lang="tr-TR" b="1"/>
            <a:t>7. Rezervasyon Yönetimi</a:t>
          </a:r>
          <a:endParaRPr lang="en-US"/>
        </a:p>
      </dgm:t>
    </dgm:pt>
    <dgm:pt modelId="{142C5993-0740-44C7-A53D-F11EFC685E4D}" type="parTrans" cxnId="{0FD415D0-4B93-4A55-A6A1-B64EE87C16BD}">
      <dgm:prSet/>
      <dgm:spPr/>
      <dgm:t>
        <a:bodyPr/>
        <a:lstStyle/>
        <a:p>
          <a:endParaRPr lang="en-US"/>
        </a:p>
      </dgm:t>
    </dgm:pt>
    <dgm:pt modelId="{1BBF571B-5F55-4052-AF52-A6CCD363D7DD}" type="sibTrans" cxnId="{0FD415D0-4B93-4A55-A6A1-B64EE87C16BD}">
      <dgm:prSet/>
      <dgm:spPr/>
      <dgm:t>
        <a:bodyPr/>
        <a:lstStyle/>
        <a:p>
          <a:endParaRPr lang="en-US"/>
        </a:p>
      </dgm:t>
    </dgm:pt>
    <dgm:pt modelId="{E032829F-9066-469E-8160-58047A7A9975}">
      <dgm:prSet/>
      <dgm:spPr/>
      <dgm:t>
        <a:bodyPr/>
        <a:lstStyle/>
        <a:p>
          <a:r>
            <a:rPr lang="tr-TR" b="1"/>
            <a:t>Kolay Yönetim</a:t>
          </a:r>
          <a:r>
            <a:rPr lang="tr-TR"/>
            <a:t>: Rezervasyonlarınızı kolayca yönetme, iptal etme veya değiştirme imkanı.</a:t>
          </a:r>
          <a:endParaRPr lang="en-US"/>
        </a:p>
      </dgm:t>
    </dgm:pt>
    <dgm:pt modelId="{232A626F-6F8A-45DA-A90D-E56D375CB20C}" type="parTrans" cxnId="{3529DE52-2353-400A-BCF1-A35E0D687912}">
      <dgm:prSet/>
      <dgm:spPr/>
      <dgm:t>
        <a:bodyPr/>
        <a:lstStyle/>
        <a:p>
          <a:endParaRPr lang="en-US"/>
        </a:p>
      </dgm:t>
    </dgm:pt>
    <dgm:pt modelId="{4615A6F5-7A7B-4F19-B081-FCD0C834013B}" type="sibTrans" cxnId="{3529DE52-2353-400A-BCF1-A35E0D687912}">
      <dgm:prSet/>
      <dgm:spPr/>
      <dgm:t>
        <a:bodyPr/>
        <a:lstStyle/>
        <a:p>
          <a:endParaRPr lang="en-US"/>
        </a:p>
      </dgm:t>
    </dgm:pt>
    <dgm:pt modelId="{1686FA39-C479-4A78-AFC6-B5D8BED29764}">
      <dgm:prSet/>
      <dgm:spPr/>
      <dgm:t>
        <a:bodyPr/>
        <a:lstStyle/>
        <a:p>
          <a:r>
            <a:rPr lang="tr-TR" b="1"/>
            <a:t>Planlara Uyum</a:t>
          </a:r>
          <a:r>
            <a:rPr lang="tr-TR"/>
            <a:t>: Değişikliklere hızlı ve kolay uyum sağlama.</a:t>
          </a:r>
          <a:endParaRPr lang="en-US"/>
        </a:p>
      </dgm:t>
    </dgm:pt>
    <dgm:pt modelId="{9DF78AC2-1B3C-41C0-8378-2A5C26A0E034}" type="parTrans" cxnId="{120C1E0A-900F-41D3-A2C4-8EACC3937A00}">
      <dgm:prSet/>
      <dgm:spPr/>
      <dgm:t>
        <a:bodyPr/>
        <a:lstStyle/>
        <a:p>
          <a:endParaRPr lang="en-US"/>
        </a:p>
      </dgm:t>
    </dgm:pt>
    <dgm:pt modelId="{768578F9-3D3A-49A9-B698-5182FE6122D3}" type="sibTrans" cxnId="{120C1E0A-900F-41D3-A2C4-8EACC3937A00}">
      <dgm:prSet/>
      <dgm:spPr/>
      <dgm:t>
        <a:bodyPr/>
        <a:lstStyle/>
        <a:p>
          <a:endParaRPr lang="en-US"/>
        </a:p>
      </dgm:t>
    </dgm:pt>
    <dgm:pt modelId="{C14C057C-24D0-4D21-AE24-8D125DD364F0}">
      <dgm:prSet/>
      <dgm:spPr/>
      <dgm:t>
        <a:bodyPr/>
        <a:lstStyle/>
        <a:p>
          <a:r>
            <a:rPr lang="tr-TR" b="1"/>
            <a:t>8. Ek Hizmetler</a:t>
          </a:r>
          <a:endParaRPr lang="en-US"/>
        </a:p>
      </dgm:t>
    </dgm:pt>
    <dgm:pt modelId="{665B5791-5BC3-4CA1-9E2D-BB6FF9F29F50}" type="parTrans" cxnId="{F894C44D-37A5-49E8-8FB2-82D4C6BCBD98}">
      <dgm:prSet/>
      <dgm:spPr/>
      <dgm:t>
        <a:bodyPr/>
        <a:lstStyle/>
        <a:p>
          <a:endParaRPr lang="en-US"/>
        </a:p>
      </dgm:t>
    </dgm:pt>
    <dgm:pt modelId="{71DB830A-8395-459D-9C30-CCE4C43D8222}" type="sibTrans" cxnId="{F894C44D-37A5-49E8-8FB2-82D4C6BCBD98}">
      <dgm:prSet/>
      <dgm:spPr/>
      <dgm:t>
        <a:bodyPr/>
        <a:lstStyle/>
        <a:p>
          <a:endParaRPr lang="en-US"/>
        </a:p>
      </dgm:t>
    </dgm:pt>
    <dgm:pt modelId="{90CA3095-83EC-4600-9431-B2D54BC9BB0E}">
      <dgm:prSet/>
      <dgm:spPr/>
      <dgm:t>
        <a:bodyPr/>
        <a:lstStyle/>
        <a:p>
          <a:r>
            <a:rPr lang="tr-TR" b="1"/>
            <a:t>Opsiyonel Hizmetler</a:t>
          </a:r>
          <a:r>
            <a:rPr lang="tr-TR"/>
            <a:t>: GPS cihazı, bebek koltuğu, ek sürücü gibi ek hizmetler.</a:t>
          </a:r>
          <a:endParaRPr lang="en-US"/>
        </a:p>
      </dgm:t>
    </dgm:pt>
    <dgm:pt modelId="{054FFD1C-2C94-4A08-8FA0-7B99191278D5}" type="parTrans" cxnId="{FE9F691C-B0DB-47B1-8FD3-D92A22123A72}">
      <dgm:prSet/>
      <dgm:spPr/>
      <dgm:t>
        <a:bodyPr/>
        <a:lstStyle/>
        <a:p>
          <a:endParaRPr lang="en-US"/>
        </a:p>
      </dgm:t>
    </dgm:pt>
    <dgm:pt modelId="{3A091022-ED38-4966-9C75-8052D360217D}" type="sibTrans" cxnId="{FE9F691C-B0DB-47B1-8FD3-D92A22123A72}">
      <dgm:prSet/>
      <dgm:spPr/>
      <dgm:t>
        <a:bodyPr/>
        <a:lstStyle/>
        <a:p>
          <a:endParaRPr lang="en-US"/>
        </a:p>
      </dgm:t>
    </dgm:pt>
    <dgm:pt modelId="{4B353B46-495B-49E2-B9D1-9222CD40830A}">
      <dgm:prSet/>
      <dgm:spPr/>
      <dgm:t>
        <a:bodyPr/>
        <a:lstStyle/>
        <a:p>
          <a:r>
            <a:rPr lang="tr-TR" b="1"/>
            <a:t>Konfor ve Güvenlik</a:t>
          </a:r>
          <a:r>
            <a:rPr lang="tr-TR"/>
            <a:t>: Seyahatinizi daha konforlu ve güvenli hale getirme.</a:t>
          </a:r>
          <a:endParaRPr lang="en-US"/>
        </a:p>
      </dgm:t>
    </dgm:pt>
    <dgm:pt modelId="{3F77D547-AB13-4A5A-AD8E-FB00866AE4E0}" type="parTrans" cxnId="{8651772D-0B24-493B-8DFB-541A112E624E}">
      <dgm:prSet/>
      <dgm:spPr/>
      <dgm:t>
        <a:bodyPr/>
        <a:lstStyle/>
        <a:p>
          <a:endParaRPr lang="en-US"/>
        </a:p>
      </dgm:t>
    </dgm:pt>
    <dgm:pt modelId="{66616AD6-445B-4881-88E4-EACE80046149}" type="sibTrans" cxnId="{8651772D-0B24-493B-8DFB-541A112E624E}">
      <dgm:prSet/>
      <dgm:spPr/>
      <dgm:t>
        <a:bodyPr/>
        <a:lstStyle/>
        <a:p>
          <a:endParaRPr lang="en-US"/>
        </a:p>
      </dgm:t>
    </dgm:pt>
    <dgm:pt modelId="{0E932987-357D-4C18-A7C7-797940423C20}" type="pres">
      <dgm:prSet presAssocID="{78EBF855-0939-44E2-B2B9-E4C655315BA2}" presName="diagram" presStyleCnt="0">
        <dgm:presLayoutVars>
          <dgm:dir/>
          <dgm:resizeHandles val="exact"/>
        </dgm:presLayoutVars>
      </dgm:prSet>
      <dgm:spPr/>
    </dgm:pt>
    <dgm:pt modelId="{75957444-E3A3-4AE1-8CE1-65648C1590ED}" type="pres">
      <dgm:prSet presAssocID="{3570742B-5300-49E0-98FF-3D2A8209A246}" presName="node" presStyleLbl="node1" presStyleIdx="0" presStyleCnt="2">
        <dgm:presLayoutVars>
          <dgm:bulletEnabled val="1"/>
        </dgm:presLayoutVars>
      </dgm:prSet>
      <dgm:spPr/>
    </dgm:pt>
    <dgm:pt modelId="{ECD64546-74CB-4A72-9F00-3BCE509A4F05}" type="pres">
      <dgm:prSet presAssocID="{1BBF571B-5F55-4052-AF52-A6CCD363D7DD}" presName="sibTrans" presStyleCnt="0"/>
      <dgm:spPr/>
    </dgm:pt>
    <dgm:pt modelId="{13BDF047-E38D-4266-ABFF-2E9739277827}" type="pres">
      <dgm:prSet presAssocID="{C14C057C-24D0-4D21-AE24-8D125DD364F0}" presName="node" presStyleLbl="node1" presStyleIdx="1" presStyleCnt="2">
        <dgm:presLayoutVars>
          <dgm:bulletEnabled val="1"/>
        </dgm:presLayoutVars>
      </dgm:prSet>
      <dgm:spPr/>
    </dgm:pt>
  </dgm:ptLst>
  <dgm:cxnLst>
    <dgm:cxn modelId="{120C1E0A-900F-41D3-A2C4-8EACC3937A00}" srcId="{3570742B-5300-49E0-98FF-3D2A8209A246}" destId="{1686FA39-C479-4A78-AFC6-B5D8BED29764}" srcOrd="1" destOrd="0" parTransId="{9DF78AC2-1B3C-41C0-8378-2A5C26A0E034}" sibTransId="{768578F9-3D3A-49A9-B698-5182FE6122D3}"/>
    <dgm:cxn modelId="{85652813-C0F9-4BE4-84F1-421B71A7C8FF}" type="presOf" srcId="{1686FA39-C479-4A78-AFC6-B5D8BED29764}" destId="{75957444-E3A3-4AE1-8CE1-65648C1590ED}" srcOrd="0" destOrd="2" presId="urn:microsoft.com/office/officeart/2005/8/layout/default"/>
    <dgm:cxn modelId="{8F8C6A14-AF35-44FC-8F9B-9B6294FC23E0}" type="presOf" srcId="{4B353B46-495B-49E2-B9D1-9222CD40830A}" destId="{13BDF047-E38D-4266-ABFF-2E9739277827}" srcOrd="0" destOrd="2" presId="urn:microsoft.com/office/officeart/2005/8/layout/default"/>
    <dgm:cxn modelId="{B9C66319-5960-46D6-8F6D-F0B91F8B5D71}" type="presOf" srcId="{C14C057C-24D0-4D21-AE24-8D125DD364F0}" destId="{13BDF047-E38D-4266-ABFF-2E9739277827}" srcOrd="0" destOrd="0" presId="urn:microsoft.com/office/officeart/2005/8/layout/default"/>
    <dgm:cxn modelId="{FE9F691C-B0DB-47B1-8FD3-D92A22123A72}" srcId="{C14C057C-24D0-4D21-AE24-8D125DD364F0}" destId="{90CA3095-83EC-4600-9431-B2D54BC9BB0E}" srcOrd="0" destOrd="0" parTransId="{054FFD1C-2C94-4A08-8FA0-7B99191278D5}" sibTransId="{3A091022-ED38-4966-9C75-8052D360217D}"/>
    <dgm:cxn modelId="{8651772D-0B24-493B-8DFB-541A112E624E}" srcId="{C14C057C-24D0-4D21-AE24-8D125DD364F0}" destId="{4B353B46-495B-49E2-B9D1-9222CD40830A}" srcOrd="1" destOrd="0" parTransId="{3F77D547-AB13-4A5A-AD8E-FB00866AE4E0}" sibTransId="{66616AD6-445B-4881-88E4-EACE80046149}"/>
    <dgm:cxn modelId="{60B2724B-62B5-4279-8830-B3E657E383EB}" type="presOf" srcId="{90CA3095-83EC-4600-9431-B2D54BC9BB0E}" destId="{13BDF047-E38D-4266-ABFF-2E9739277827}" srcOrd="0" destOrd="1" presId="urn:microsoft.com/office/officeart/2005/8/layout/default"/>
    <dgm:cxn modelId="{F894C44D-37A5-49E8-8FB2-82D4C6BCBD98}" srcId="{78EBF855-0939-44E2-B2B9-E4C655315BA2}" destId="{C14C057C-24D0-4D21-AE24-8D125DD364F0}" srcOrd="1" destOrd="0" parTransId="{665B5791-5BC3-4CA1-9E2D-BB6FF9F29F50}" sibTransId="{71DB830A-8395-459D-9C30-CCE4C43D8222}"/>
    <dgm:cxn modelId="{74CB4051-8ED8-44E0-B290-B71ACF7DB77A}" type="presOf" srcId="{E032829F-9066-469E-8160-58047A7A9975}" destId="{75957444-E3A3-4AE1-8CE1-65648C1590ED}" srcOrd="0" destOrd="1" presId="urn:microsoft.com/office/officeart/2005/8/layout/default"/>
    <dgm:cxn modelId="{3529DE52-2353-400A-BCF1-A35E0D687912}" srcId="{3570742B-5300-49E0-98FF-3D2A8209A246}" destId="{E032829F-9066-469E-8160-58047A7A9975}" srcOrd="0" destOrd="0" parTransId="{232A626F-6F8A-45DA-A90D-E56D375CB20C}" sibTransId="{4615A6F5-7A7B-4F19-B081-FCD0C834013B}"/>
    <dgm:cxn modelId="{58393F96-C57A-48C8-A1D6-D5E2F15103E4}" type="presOf" srcId="{78EBF855-0939-44E2-B2B9-E4C655315BA2}" destId="{0E932987-357D-4C18-A7C7-797940423C20}" srcOrd="0" destOrd="0" presId="urn:microsoft.com/office/officeart/2005/8/layout/default"/>
    <dgm:cxn modelId="{91535C9C-4C2F-4D4F-93A6-53C17ADC23CD}" type="presOf" srcId="{3570742B-5300-49E0-98FF-3D2A8209A246}" destId="{75957444-E3A3-4AE1-8CE1-65648C1590ED}" srcOrd="0" destOrd="0" presId="urn:microsoft.com/office/officeart/2005/8/layout/default"/>
    <dgm:cxn modelId="{0FD415D0-4B93-4A55-A6A1-B64EE87C16BD}" srcId="{78EBF855-0939-44E2-B2B9-E4C655315BA2}" destId="{3570742B-5300-49E0-98FF-3D2A8209A246}" srcOrd="0" destOrd="0" parTransId="{142C5993-0740-44C7-A53D-F11EFC685E4D}" sibTransId="{1BBF571B-5F55-4052-AF52-A6CCD363D7DD}"/>
    <dgm:cxn modelId="{C01098D6-EC3B-4C60-8865-C16AB8C48166}" type="presParOf" srcId="{0E932987-357D-4C18-A7C7-797940423C20}" destId="{75957444-E3A3-4AE1-8CE1-65648C1590ED}" srcOrd="0" destOrd="0" presId="urn:microsoft.com/office/officeart/2005/8/layout/default"/>
    <dgm:cxn modelId="{BCADF9C9-9D7B-4945-B4F7-37CA33915C6C}" type="presParOf" srcId="{0E932987-357D-4C18-A7C7-797940423C20}" destId="{ECD64546-74CB-4A72-9F00-3BCE509A4F05}" srcOrd="1" destOrd="0" presId="urn:microsoft.com/office/officeart/2005/8/layout/default"/>
    <dgm:cxn modelId="{285636A5-CF72-4D09-A62D-DD6F1D39B6CA}" type="presParOf" srcId="{0E932987-357D-4C18-A7C7-797940423C20}" destId="{13BDF047-E38D-4266-ABFF-2E9739277827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41A189C-B10E-41B8-B7B3-B2ABB753CFA8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A5A33B8-BBA5-4B05-A296-E6165751F287}">
      <dgm:prSet/>
      <dgm:spPr/>
      <dgm:t>
        <a:bodyPr/>
        <a:lstStyle/>
        <a:p>
          <a:r>
            <a:rPr lang="tr-TR" b="1"/>
            <a:t>Frontend:</a:t>
          </a:r>
          <a:r>
            <a:rPr lang="tr-TR"/>
            <a:t>  HTML, CSS, JavaScript, React</a:t>
          </a:r>
          <a:endParaRPr lang="en-US"/>
        </a:p>
      </dgm:t>
    </dgm:pt>
    <dgm:pt modelId="{01003104-61FF-4978-8777-A140DD92B064}" type="parTrans" cxnId="{2C3B342D-E7D8-44E0-95EC-2BCDC9CF55EF}">
      <dgm:prSet/>
      <dgm:spPr/>
      <dgm:t>
        <a:bodyPr/>
        <a:lstStyle/>
        <a:p>
          <a:endParaRPr lang="en-US"/>
        </a:p>
      </dgm:t>
    </dgm:pt>
    <dgm:pt modelId="{7007B505-CB2B-478B-A027-01F1735CC2DD}" type="sibTrans" cxnId="{2C3B342D-E7D8-44E0-95EC-2BCDC9CF55EF}">
      <dgm:prSet/>
      <dgm:spPr/>
      <dgm:t>
        <a:bodyPr/>
        <a:lstStyle/>
        <a:p>
          <a:endParaRPr lang="en-US"/>
        </a:p>
      </dgm:t>
    </dgm:pt>
    <dgm:pt modelId="{6CC2A9F1-1300-4370-ACE4-DB36FF19C3F0}">
      <dgm:prSet/>
      <dgm:spPr/>
      <dgm:t>
        <a:bodyPr/>
        <a:lstStyle/>
        <a:p>
          <a:r>
            <a:rPr lang="tr-TR" b="1"/>
            <a:t>Backend: </a:t>
          </a:r>
          <a:r>
            <a:rPr lang="tr-TR"/>
            <a:t>Spring Boot, Java</a:t>
          </a:r>
          <a:endParaRPr lang="en-US"/>
        </a:p>
      </dgm:t>
    </dgm:pt>
    <dgm:pt modelId="{CFA64BE4-0A71-4BC8-9F69-C40F2CCEF2CA}" type="parTrans" cxnId="{D2A473EB-B539-4C3E-911B-941BFE51F791}">
      <dgm:prSet/>
      <dgm:spPr/>
      <dgm:t>
        <a:bodyPr/>
        <a:lstStyle/>
        <a:p>
          <a:endParaRPr lang="en-US"/>
        </a:p>
      </dgm:t>
    </dgm:pt>
    <dgm:pt modelId="{A7C13E4F-209B-4223-9F9F-0E87B0FEB15A}" type="sibTrans" cxnId="{D2A473EB-B539-4C3E-911B-941BFE51F791}">
      <dgm:prSet/>
      <dgm:spPr/>
      <dgm:t>
        <a:bodyPr/>
        <a:lstStyle/>
        <a:p>
          <a:endParaRPr lang="en-US"/>
        </a:p>
      </dgm:t>
    </dgm:pt>
    <dgm:pt modelId="{14E94FAD-4918-4160-A6A7-B8A838654C08}">
      <dgm:prSet/>
      <dgm:spPr/>
      <dgm:t>
        <a:bodyPr/>
        <a:lstStyle/>
        <a:p>
          <a:r>
            <a:rPr lang="tr-TR" b="1"/>
            <a:t>Veritabanı:</a:t>
          </a:r>
          <a:r>
            <a:rPr lang="tr-TR"/>
            <a:t> PostgreSQL</a:t>
          </a:r>
          <a:endParaRPr lang="en-US"/>
        </a:p>
      </dgm:t>
    </dgm:pt>
    <dgm:pt modelId="{7B43CF39-F40E-43D4-81CE-E28FF8D6C7BB}" type="parTrans" cxnId="{F5713F56-5202-49D4-8A95-F69CE12E80F2}">
      <dgm:prSet/>
      <dgm:spPr/>
      <dgm:t>
        <a:bodyPr/>
        <a:lstStyle/>
        <a:p>
          <a:endParaRPr lang="en-US"/>
        </a:p>
      </dgm:t>
    </dgm:pt>
    <dgm:pt modelId="{A8A6D49B-6C9A-47C7-830A-6813B646AB2D}" type="sibTrans" cxnId="{F5713F56-5202-49D4-8A95-F69CE12E80F2}">
      <dgm:prSet/>
      <dgm:spPr/>
      <dgm:t>
        <a:bodyPr/>
        <a:lstStyle/>
        <a:p>
          <a:endParaRPr lang="en-US"/>
        </a:p>
      </dgm:t>
    </dgm:pt>
    <dgm:pt modelId="{36D98D81-F03E-4A27-AB42-72CD99D54E74}" type="pres">
      <dgm:prSet presAssocID="{B41A189C-B10E-41B8-B7B3-B2ABB753CFA8}" presName="outerComposite" presStyleCnt="0">
        <dgm:presLayoutVars>
          <dgm:chMax val="5"/>
          <dgm:dir/>
          <dgm:resizeHandles val="exact"/>
        </dgm:presLayoutVars>
      </dgm:prSet>
      <dgm:spPr/>
    </dgm:pt>
    <dgm:pt modelId="{B2FDA621-92EF-4FE0-AE04-CEB1A9AF3770}" type="pres">
      <dgm:prSet presAssocID="{B41A189C-B10E-41B8-B7B3-B2ABB753CFA8}" presName="dummyMaxCanvas" presStyleCnt="0">
        <dgm:presLayoutVars/>
      </dgm:prSet>
      <dgm:spPr/>
    </dgm:pt>
    <dgm:pt modelId="{7467AD67-AACA-4AED-B327-55827A3ADC2C}" type="pres">
      <dgm:prSet presAssocID="{B41A189C-B10E-41B8-B7B3-B2ABB753CFA8}" presName="ThreeNodes_1" presStyleLbl="node1" presStyleIdx="0" presStyleCnt="3">
        <dgm:presLayoutVars>
          <dgm:bulletEnabled val="1"/>
        </dgm:presLayoutVars>
      </dgm:prSet>
      <dgm:spPr/>
    </dgm:pt>
    <dgm:pt modelId="{D1C4556A-C847-424E-B9CD-F58BA9663597}" type="pres">
      <dgm:prSet presAssocID="{B41A189C-B10E-41B8-B7B3-B2ABB753CFA8}" presName="ThreeNodes_2" presStyleLbl="node1" presStyleIdx="1" presStyleCnt="3">
        <dgm:presLayoutVars>
          <dgm:bulletEnabled val="1"/>
        </dgm:presLayoutVars>
      </dgm:prSet>
      <dgm:spPr/>
    </dgm:pt>
    <dgm:pt modelId="{30318C58-4A0B-4B3F-87A6-86FBEB220307}" type="pres">
      <dgm:prSet presAssocID="{B41A189C-B10E-41B8-B7B3-B2ABB753CFA8}" presName="ThreeNodes_3" presStyleLbl="node1" presStyleIdx="2" presStyleCnt="3">
        <dgm:presLayoutVars>
          <dgm:bulletEnabled val="1"/>
        </dgm:presLayoutVars>
      </dgm:prSet>
      <dgm:spPr/>
    </dgm:pt>
    <dgm:pt modelId="{BC0585A5-D237-44A0-9AA5-3F7D0B3402AD}" type="pres">
      <dgm:prSet presAssocID="{B41A189C-B10E-41B8-B7B3-B2ABB753CFA8}" presName="ThreeConn_1-2" presStyleLbl="fgAccFollowNode1" presStyleIdx="0" presStyleCnt="2">
        <dgm:presLayoutVars>
          <dgm:bulletEnabled val="1"/>
        </dgm:presLayoutVars>
      </dgm:prSet>
      <dgm:spPr/>
    </dgm:pt>
    <dgm:pt modelId="{4A512863-56EC-48BA-83E7-4C629FED3F0E}" type="pres">
      <dgm:prSet presAssocID="{B41A189C-B10E-41B8-B7B3-B2ABB753CFA8}" presName="ThreeConn_2-3" presStyleLbl="fgAccFollowNode1" presStyleIdx="1" presStyleCnt="2">
        <dgm:presLayoutVars>
          <dgm:bulletEnabled val="1"/>
        </dgm:presLayoutVars>
      </dgm:prSet>
      <dgm:spPr/>
    </dgm:pt>
    <dgm:pt modelId="{55D252AD-C036-4D0C-9948-5AD803C128FE}" type="pres">
      <dgm:prSet presAssocID="{B41A189C-B10E-41B8-B7B3-B2ABB753CFA8}" presName="ThreeNodes_1_text" presStyleLbl="node1" presStyleIdx="2" presStyleCnt="3">
        <dgm:presLayoutVars>
          <dgm:bulletEnabled val="1"/>
        </dgm:presLayoutVars>
      </dgm:prSet>
      <dgm:spPr/>
    </dgm:pt>
    <dgm:pt modelId="{EB9E4FD3-1377-435F-994B-B2053A4F9B3F}" type="pres">
      <dgm:prSet presAssocID="{B41A189C-B10E-41B8-B7B3-B2ABB753CFA8}" presName="ThreeNodes_2_text" presStyleLbl="node1" presStyleIdx="2" presStyleCnt="3">
        <dgm:presLayoutVars>
          <dgm:bulletEnabled val="1"/>
        </dgm:presLayoutVars>
      </dgm:prSet>
      <dgm:spPr/>
    </dgm:pt>
    <dgm:pt modelId="{40671377-ACFE-4A88-BD53-86B2813F2D2C}" type="pres">
      <dgm:prSet presAssocID="{B41A189C-B10E-41B8-B7B3-B2ABB753CFA8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EB78CA02-1EF6-44C1-ADC2-CCF6AE3C4B4A}" type="presOf" srcId="{5A5A33B8-BBA5-4B05-A296-E6165751F287}" destId="{7467AD67-AACA-4AED-B327-55827A3ADC2C}" srcOrd="0" destOrd="0" presId="urn:microsoft.com/office/officeart/2005/8/layout/vProcess5"/>
    <dgm:cxn modelId="{25983408-4DC3-4966-B9CB-C3AB8EF4CE4B}" type="presOf" srcId="{B41A189C-B10E-41B8-B7B3-B2ABB753CFA8}" destId="{36D98D81-F03E-4A27-AB42-72CD99D54E74}" srcOrd="0" destOrd="0" presId="urn:microsoft.com/office/officeart/2005/8/layout/vProcess5"/>
    <dgm:cxn modelId="{DB48D11F-ADBB-4E1E-B5F9-5B78D96230E1}" type="presOf" srcId="{6CC2A9F1-1300-4370-ACE4-DB36FF19C3F0}" destId="{D1C4556A-C847-424E-B9CD-F58BA9663597}" srcOrd="0" destOrd="0" presId="urn:microsoft.com/office/officeart/2005/8/layout/vProcess5"/>
    <dgm:cxn modelId="{2C3B342D-E7D8-44E0-95EC-2BCDC9CF55EF}" srcId="{B41A189C-B10E-41B8-B7B3-B2ABB753CFA8}" destId="{5A5A33B8-BBA5-4B05-A296-E6165751F287}" srcOrd="0" destOrd="0" parTransId="{01003104-61FF-4978-8777-A140DD92B064}" sibTransId="{7007B505-CB2B-478B-A027-01F1735CC2DD}"/>
    <dgm:cxn modelId="{F1443343-FB67-4B78-A4B9-A0DD46236CED}" type="presOf" srcId="{14E94FAD-4918-4160-A6A7-B8A838654C08}" destId="{40671377-ACFE-4A88-BD53-86B2813F2D2C}" srcOrd="1" destOrd="0" presId="urn:microsoft.com/office/officeart/2005/8/layout/vProcess5"/>
    <dgm:cxn modelId="{F5713F56-5202-49D4-8A95-F69CE12E80F2}" srcId="{B41A189C-B10E-41B8-B7B3-B2ABB753CFA8}" destId="{14E94FAD-4918-4160-A6A7-B8A838654C08}" srcOrd="2" destOrd="0" parTransId="{7B43CF39-F40E-43D4-81CE-E28FF8D6C7BB}" sibTransId="{A8A6D49B-6C9A-47C7-830A-6813B646AB2D}"/>
    <dgm:cxn modelId="{00BC787F-2E89-421E-BE0F-3F4FC2DA92FC}" type="presOf" srcId="{A7C13E4F-209B-4223-9F9F-0E87B0FEB15A}" destId="{4A512863-56EC-48BA-83E7-4C629FED3F0E}" srcOrd="0" destOrd="0" presId="urn:microsoft.com/office/officeart/2005/8/layout/vProcess5"/>
    <dgm:cxn modelId="{CB5CD97F-0111-41B7-BCFF-1E95101F68C8}" type="presOf" srcId="{14E94FAD-4918-4160-A6A7-B8A838654C08}" destId="{30318C58-4A0B-4B3F-87A6-86FBEB220307}" srcOrd="0" destOrd="0" presId="urn:microsoft.com/office/officeart/2005/8/layout/vProcess5"/>
    <dgm:cxn modelId="{EFFA4996-EC8B-42D6-921F-8643724CA1E2}" type="presOf" srcId="{6CC2A9F1-1300-4370-ACE4-DB36FF19C3F0}" destId="{EB9E4FD3-1377-435F-994B-B2053A4F9B3F}" srcOrd="1" destOrd="0" presId="urn:microsoft.com/office/officeart/2005/8/layout/vProcess5"/>
    <dgm:cxn modelId="{DCC9119E-B335-4EEC-940A-719F04C1C946}" type="presOf" srcId="{5A5A33B8-BBA5-4B05-A296-E6165751F287}" destId="{55D252AD-C036-4D0C-9948-5AD803C128FE}" srcOrd="1" destOrd="0" presId="urn:microsoft.com/office/officeart/2005/8/layout/vProcess5"/>
    <dgm:cxn modelId="{703045E4-6AC4-4B93-B2F0-E666830FC0D1}" type="presOf" srcId="{7007B505-CB2B-478B-A027-01F1735CC2DD}" destId="{BC0585A5-D237-44A0-9AA5-3F7D0B3402AD}" srcOrd="0" destOrd="0" presId="urn:microsoft.com/office/officeart/2005/8/layout/vProcess5"/>
    <dgm:cxn modelId="{D2A473EB-B539-4C3E-911B-941BFE51F791}" srcId="{B41A189C-B10E-41B8-B7B3-B2ABB753CFA8}" destId="{6CC2A9F1-1300-4370-ACE4-DB36FF19C3F0}" srcOrd="1" destOrd="0" parTransId="{CFA64BE4-0A71-4BC8-9F69-C40F2CCEF2CA}" sibTransId="{A7C13E4F-209B-4223-9F9F-0E87B0FEB15A}"/>
    <dgm:cxn modelId="{B0BB23AB-6C33-4A68-9B13-4275792FC401}" type="presParOf" srcId="{36D98D81-F03E-4A27-AB42-72CD99D54E74}" destId="{B2FDA621-92EF-4FE0-AE04-CEB1A9AF3770}" srcOrd="0" destOrd="0" presId="urn:microsoft.com/office/officeart/2005/8/layout/vProcess5"/>
    <dgm:cxn modelId="{B32DE3B3-E4C6-46A4-AF50-63071254A83D}" type="presParOf" srcId="{36D98D81-F03E-4A27-AB42-72CD99D54E74}" destId="{7467AD67-AACA-4AED-B327-55827A3ADC2C}" srcOrd="1" destOrd="0" presId="urn:microsoft.com/office/officeart/2005/8/layout/vProcess5"/>
    <dgm:cxn modelId="{F37595F1-97FC-4670-A82B-385EBF800D32}" type="presParOf" srcId="{36D98D81-F03E-4A27-AB42-72CD99D54E74}" destId="{D1C4556A-C847-424E-B9CD-F58BA9663597}" srcOrd="2" destOrd="0" presId="urn:microsoft.com/office/officeart/2005/8/layout/vProcess5"/>
    <dgm:cxn modelId="{FDEEE66B-B2A0-445D-8148-B96EFE0BD678}" type="presParOf" srcId="{36D98D81-F03E-4A27-AB42-72CD99D54E74}" destId="{30318C58-4A0B-4B3F-87A6-86FBEB220307}" srcOrd="3" destOrd="0" presId="urn:microsoft.com/office/officeart/2005/8/layout/vProcess5"/>
    <dgm:cxn modelId="{2111AE2E-0790-45FD-AAD8-26F62AD942FD}" type="presParOf" srcId="{36D98D81-F03E-4A27-AB42-72CD99D54E74}" destId="{BC0585A5-D237-44A0-9AA5-3F7D0B3402AD}" srcOrd="4" destOrd="0" presId="urn:microsoft.com/office/officeart/2005/8/layout/vProcess5"/>
    <dgm:cxn modelId="{F332B3F5-02E8-4615-8D01-78D87A2A99F8}" type="presParOf" srcId="{36D98D81-F03E-4A27-AB42-72CD99D54E74}" destId="{4A512863-56EC-48BA-83E7-4C629FED3F0E}" srcOrd="5" destOrd="0" presId="urn:microsoft.com/office/officeart/2005/8/layout/vProcess5"/>
    <dgm:cxn modelId="{4AF74906-9EC5-4BC4-9F11-58E171AA8A2C}" type="presParOf" srcId="{36D98D81-F03E-4A27-AB42-72CD99D54E74}" destId="{55D252AD-C036-4D0C-9948-5AD803C128FE}" srcOrd="6" destOrd="0" presId="urn:microsoft.com/office/officeart/2005/8/layout/vProcess5"/>
    <dgm:cxn modelId="{C2474683-D1ED-4EE8-AD74-5B0DDEC5DA03}" type="presParOf" srcId="{36D98D81-F03E-4A27-AB42-72CD99D54E74}" destId="{EB9E4FD3-1377-435F-994B-B2053A4F9B3F}" srcOrd="7" destOrd="0" presId="urn:microsoft.com/office/officeart/2005/8/layout/vProcess5"/>
    <dgm:cxn modelId="{9381FA2A-6FB4-4916-BF6D-2A3510B4AD40}" type="presParOf" srcId="{36D98D81-F03E-4A27-AB42-72CD99D54E74}" destId="{40671377-ACFE-4A88-BD53-86B2813F2D2C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8EBF855-0939-44E2-B2B9-E4C655315BA2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88592C1-6B23-41BD-8751-592AFC66CCC9}">
      <dgm:prSet phldr="0"/>
      <dgm:spPr/>
      <dgm:t>
        <a:bodyPr/>
        <a:lstStyle/>
        <a:p>
          <a:pPr rtl="0"/>
          <a:r>
            <a:rPr lang="tr-TR" b="1">
              <a:latin typeface="Century Gothic" panose="020B0502020202020204"/>
            </a:rPr>
            <a:t>Inheritance:</a:t>
          </a:r>
          <a:endParaRPr lang="tr-TR"/>
        </a:p>
      </dgm:t>
    </dgm:pt>
    <dgm:pt modelId="{37A4CFF0-92FC-4C83-842B-F60B2AE0F1AC}" type="parTrans" cxnId="{242C4AB6-6627-481C-8A62-E676BBF21B87}">
      <dgm:prSet/>
      <dgm:spPr/>
    </dgm:pt>
    <dgm:pt modelId="{379639E8-6D70-415D-9563-3B889D7691D9}" type="sibTrans" cxnId="{242C4AB6-6627-481C-8A62-E676BBF21B87}">
      <dgm:prSet/>
      <dgm:spPr/>
    </dgm:pt>
    <dgm:pt modelId="{62465246-E697-441F-8143-7EA5B179138B}">
      <dgm:prSet phldr="0"/>
      <dgm:spPr/>
      <dgm:t>
        <a:bodyPr/>
        <a:lstStyle/>
        <a:p>
          <a:pPr rtl="0"/>
          <a:r>
            <a:rPr lang="tr-TR" b="0" err="1">
              <a:latin typeface="Century Gothic" panose="020B0502020202020204"/>
            </a:rPr>
            <a:t>JPARepository'deki</a:t>
          </a:r>
          <a:r>
            <a:rPr lang="tr-TR" b="0">
              <a:latin typeface="Century Gothic" panose="020B0502020202020204"/>
            </a:rPr>
            <a:t> özelliklere </a:t>
          </a:r>
          <a:r>
            <a:rPr lang="tr-TR" b="0" err="1">
              <a:latin typeface="Century Gothic" panose="020B0502020202020204"/>
            </a:rPr>
            <a:t>DataAccess</a:t>
          </a:r>
          <a:r>
            <a:rPr lang="tr-TR" b="0">
              <a:latin typeface="Century Gothic" panose="020B0502020202020204"/>
            </a:rPr>
            <a:t> katmanındaki sınıfların da erişebilmesi ve kullanabilmesi için "Kalıtım" özelliğini kullandık. </a:t>
          </a:r>
          <a:r>
            <a:rPr lang="tr-TR" b="0" err="1">
              <a:latin typeface="Century Gothic" panose="020B0502020202020204"/>
            </a:rPr>
            <a:t>Core</a:t>
          </a:r>
          <a:r>
            <a:rPr lang="tr-TR" b="0">
              <a:latin typeface="Century Gothic" panose="020B0502020202020204"/>
            </a:rPr>
            <a:t> katmanında da </a:t>
          </a:r>
          <a:r>
            <a:rPr lang="tr-TR" b="0" err="1">
              <a:latin typeface="Century Gothic" panose="020B0502020202020204"/>
            </a:rPr>
            <a:t>Result'ın</a:t>
          </a:r>
          <a:r>
            <a:rPr lang="tr-TR" b="0">
              <a:latin typeface="Century Gothic" panose="020B0502020202020204"/>
            </a:rPr>
            <a:t> sahip olduğu </a:t>
          </a:r>
          <a:r>
            <a:rPr lang="tr-TR" b="0" err="1">
              <a:latin typeface="Century Gothic" panose="020B0502020202020204"/>
            </a:rPr>
            <a:t>success</a:t>
          </a:r>
          <a:r>
            <a:rPr lang="tr-TR" b="0">
              <a:latin typeface="Century Gothic" panose="020B0502020202020204"/>
            </a:rPr>
            <a:t> ve </a:t>
          </a:r>
          <a:r>
            <a:rPr lang="tr-TR" b="0" err="1">
              <a:latin typeface="Century Gothic" panose="020B0502020202020204"/>
            </a:rPr>
            <a:t>message</a:t>
          </a:r>
          <a:r>
            <a:rPr lang="tr-TR" b="0">
              <a:latin typeface="Century Gothic" panose="020B0502020202020204"/>
            </a:rPr>
            <a:t> özellikleri, </a:t>
          </a:r>
          <a:r>
            <a:rPr lang="tr-TR" b="0" err="1">
              <a:latin typeface="Century Gothic" panose="020B0502020202020204"/>
            </a:rPr>
            <a:t>inherit</a:t>
          </a:r>
          <a:r>
            <a:rPr lang="tr-TR" b="0">
              <a:latin typeface="Century Gothic" panose="020B0502020202020204"/>
            </a:rPr>
            <a:t> edilen sınıflara iletilmiş oldu.</a:t>
          </a:r>
        </a:p>
      </dgm:t>
    </dgm:pt>
    <dgm:pt modelId="{765E1D9C-5E0E-47AD-B4C5-553C13782AF6}" type="parTrans" cxnId="{FB03EB01-42B7-4766-9B1F-B74E84E7F68F}">
      <dgm:prSet/>
      <dgm:spPr/>
    </dgm:pt>
    <dgm:pt modelId="{3E4C2849-49A4-48D7-B4EC-C2C689B8B782}" type="sibTrans" cxnId="{FB03EB01-42B7-4766-9B1F-B74E84E7F68F}">
      <dgm:prSet/>
      <dgm:spPr/>
    </dgm:pt>
    <dgm:pt modelId="{7BB2E73A-B34C-407D-9EA9-68B478DA3AD0}">
      <dgm:prSet phldr="0"/>
      <dgm:spPr/>
      <dgm:t>
        <a:bodyPr/>
        <a:lstStyle/>
        <a:p>
          <a:pPr rtl="0"/>
          <a:r>
            <a:rPr lang="tr-TR" b="1" err="1">
              <a:latin typeface="Century Gothic" panose="020B0502020202020204"/>
            </a:rPr>
            <a:t>Interface</a:t>
          </a:r>
          <a:r>
            <a:rPr lang="tr-TR" b="1">
              <a:latin typeface="Century Gothic" panose="020B0502020202020204"/>
            </a:rPr>
            <a:t>:</a:t>
          </a:r>
        </a:p>
      </dgm:t>
    </dgm:pt>
    <dgm:pt modelId="{DE8165D3-5DEC-438E-AF3B-16ABA56C3E98}" type="parTrans" cxnId="{01571DE0-69D2-4C3F-8EA8-8378B12CFDD7}">
      <dgm:prSet/>
      <dgm:spPr/>
    </dgm:pt>
    <dgm:pt modelId="{2A2D0F9F-BDA4-4A9B-903D-98F6D66E54C0}" type="sibTrans" cxnId="{01571DE0-69D2-4C3F-8EA8-8378B12CFDD7}">
      <dgm:prSet/>
      <dgm:spPr/>
    </dgm:pt>
    <dgm:pt modelId="{5CFE7EC5-4486-4067-A81C-910F591442C2}">
      <dgm:prSet phldr="0"/>
      <dgm:spPr/>
      <dgm:t>
        <a:bodyPr/>
        <a:lstStyle/>
        <a:p>
          <a:pPr rtl="0"/>
          <a:r>
            <a:rPr lang="tr-TR">
              <a:latin typeface="Century Gothic" panose="020B0502020202020204"/>
            </a:rPr>
            <a:t>Business katmanında açtığımız Service </a:t>
          </a:r>
          <a:r>
            <a:rPr lang="tr-TR" err="1">
              <a:latin typeface="Century Gothic" panose="020B0502020202020204"/>
            </a:rPr>
            <a:t>Interface'lerine</a:t>
          </a:r>
          <a:r>
            <a:rPr lang="tr-TR">
              <a:latin typeface="Century Gothic" panose="020B0502020202020204"/>
            </a:rPr>
            <a:t> belirli davranışlar atadık ve Manager sınıflarının bu davranışları uygulamasını sağladık. Ayrıca katmanların birbiriyle ilişkili olabilmesi için Interface kullanmamız şarttır.</a:t>
          </a:r>
        </a:p>
      </dgm:t>
    </dgm:pt>
    <dgm:pt modelId="{C6D53401-CF59-4D80-B932-290388F717A1}" type="parTrans" cxnId="{AC3AADA8-9B7D-4613-8BC9-C47E4C877D26}">
      <dgm:prSet/>
      <dgm:spPr/>
    </dgm:pt>
    <dgm:pt modelId="{E8623E77-400B-4751-88AE-9C5B92D2AEAA}" type="sibTrans" cxnId="{AC3AADA8-9B7D-4613-8BC9-C47E4C877D26}">
      <dgm:prSet/>
      <dgm:spPr/>
    </dgm:pt>
    <dgm:pt modelId="{0E932987-357D-4C18-A7C7-797940423C20}" type="pres">
      <dgm:prSet presAssocID="{78EBF855-0939-44E2-B2B9-E4C655315BA2}" presName="diagram" presStyleCnt="0">
        <dgm:presLayoutVars>
          <dgm:dir/>
          <dgm:resizeHandles val="exact"/>
        </dgm:presLayoutVars>
      </dgm:prSet>
      <dgm:spPr/>
    </dgm:pt>
    <dgm:pt modelId="{801AFB87-1048-4D69-A828-0BC00B4F2C03}" type="pres">
      <dgm:prSet presAssocID="{F88592C1-6B23-41BD-8751-592AFC66CCC9}" presName="node" presStyleLbl="node1" presStyleIdx="0" presStyleCnt="2">
        <dgm:presLayoutVars>
          <dgm:bulletEnabled val="1"/>
        </dgm:presLayoutVars>
      </dgm:prSet>
      <dgm:spPr/>
    </dgm:pt>
    <dgm:pt modelId="{3B9E0707-4825-41F9-A60D-D2C3AD147876}" type="pres">
      <dgm:prSet presAssocID="{379639E8-6D70-415D-9563-3B889D7691D9}" presName="sibTrans" presStyleCnt="0"/>
      <dgm:spPr/>
    </dgm:pt>
    <dgm:pt modelId="{F2944800-C5E9-4614-A58F-169FF25254FD}" type="pres">
      <dgm:prSet presAssocID="{7BB2E73A-B34C-407D-9EA9-68B478DA3AD0}" presName="node" presStyleLbl="node1" presStyleIdx="1" presStyleCnt="2">
        <dgm:presLayoutVars>
          <dgm:bulletEnabled val="1"/>
        </dgm:presLayoutVars>
      </dgm:prSet>
      <dgm:spPr/>
    </dgm:pt>
  </dgm:ptLst>
  <dgm:cxnLst>
    <dgm:cxn modelId="{FB03EB01-42B7-4766-9B1F-B74E84E7F68F}" srcId="{F88592C1-6B23-41BD-8751-592AFC66CCC9}" destId="{62465246-E697-441F-8143-7EA5B179138B}" srcOrd="0" destOrd="0" parTransId="{765E1D9C-5E0E-47AD-B4C5-553C13782AF6}" sibTransId="{3E4C2849-49A4-48D7-B4EC-C2C689B8B782}"/>
    <dgm:cxn modelId="{F8AF2037-315E-4425-BDAF-D6B3BEBBB2CB}" type="presOf" srcId="{7BB2E73A-B34C-407D-9EA9-68B478DA3AD0}" destId="{F2944800-C5E9-4614-A58F-169FF25254FD}" srcOrd="0" destOrd="0" presId="urn:microsoft.com/office/officeart/2005/8/layout/default"/>
    <dgm:cxn modelId="{58393F96-C57A-48C8-A1D6-D5E2F15103E4}" type="presOf" srcId="{78EBF855-0939-44E2-B2B9-E4C655315BA2}" destId="{0E932987-357D-4C18-A7C7-797940423C20}" srcOrd="0" destOrd="0" presId="urn:microsoft.com/office/officeart/2005/8/layout/default"/>
    <dgm:cxn modelId="{AC3AADA8-9B7D-4613-8BC9-C47E4C877D26}" srcId="{7BB2E73A-B34C-407D-9EA9-68B478DA3AD0}" destId="{5CFE7EC5-4486-4067-A81C-910F591442C2}" srcOrd="0" destOrd="0" parTransId="{C6D53401-CF59-4D80-B932-290388F717A1}" sibTransId="{E8623E77-400B-4751-88AE-9C5B92D2AEAA}"/>
    <dgm:cxn modelId="{242C4AB6-6627-481C-8A62-E676BBF21B87}" srcId="{78EBF855-0939-44E2-B2B9-E4C655315BA2}" destId="{F88592C1-6B23-41BD-8751-592AFC66CCC9}" srcOrd="0" destOrd="0" parTransId="{37A4CFF0-92FC-4C83-842B-F60B2AE0F1AC}" sibTransId="{379639E8-6D70-415D-9563-3B889D7691D9}"/>
    <dgm:cxn modelId="{E4AB4AC7-F8D7-4B32-9AEF-C7F031D292C1}" type="presOf" srcId="{62465246-E697-441F-8143-7EA5B179138B}" destId="{801AFB87-1048-4D69-A828-0BC00B4F2C03}" srcOrd="0" destOrd="1" presId="urn:microsoft.com/office/officeart/2005/8/layout/default"/>
    <dgm:cxn modelId="{01571DE0-69D2-4C3F-8EA8-8378B12CFDD7}" srcId="{78EBF855-0939-44E2-B2B9-E4C655315BA2}" destId="{7BB2E73A-B34C-407D-9EA9-68B478DA3AD0}" srcOrd="1" destOrd="0" parTransId="{DE8165D3-5DEC-438E-AF3B-16ABA56C3E98}" sibTransId="{2A2D0F9F-BDA4-4A9B-903D-98F6D66E54C0}"/>
    <dgm:cxn modelId="{757AAAE8-E859-4020-BFAD-F98F17DBBE93}" type="presOf" srcId="{F88592C1-6B23-41BD-8751-592AFC66CCC9}" destId="{801AFB87-1048-4D69-A828-0BC00B4F2C03}" srcOrd="0" destOrd="0" presId="urn:microsoft.com/office/officeart/2005/8/layout/default"/>
    <dgm:cxn modelId="{F0DC73F5-5D6E-4698-B3B1-BF348E92517F}" type="presOf" srcId="{5CFE7EC5-4486-4067-A81C-910F591442C2}" destId="{F2944800-C5E9-4614-A58F-169FF25254FD}" srcOrd="0" destOrd="1" presId="urn:microsoft.com/office/officeart/2005/8/layout/default"/>
    <dgm:cxn modelId="{57C48873-07B8-4CE4-9FB6-EA174881D5BE}" type="presParOf" srcId="{0E932987-357D-4C18-A7C7-797940423C20}" destId="{801AFB87-1048-4D69-A828-0BC00B4F2C03}" srcOrd="0" destOrd="0" presId="urn:microsoft.com/office/officeart/2005/8/layout/default"/>
    <dgm:cxn modelId="{B72A803D-4F2F-4547-9C6F-1083E4D5ADD4}" type="presParOf" srcId="{0E932987-357D-4C18-A7C7-797940423C20}" destId="{3B9E0707-4825-41F9-A60D-D2C3AD147876}" srcOrd="1" destOrd="0" presId="urn:microsoft.com/office/officeart/2005/8/layout/default"/>
    <dgm:cxn modelId="{2E8A3D07-41E1-4631-9E33-1AEA55D8245B}" type="presParOf" srcId="{0E932987-357D-4C18-A7C7-797940423C20}" destId="{F2944800-C5E9-4614-A58F-169FF25254FD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8EBF855-0939-44E2-B2B9-E4C655315BA2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88592C1-6B23-41BD-8751-592AFC66CCC9}">
      <dgm:prSet phldr="0"/>
      <dgm:spPr/>
      <dgm:t>
        <a:bodyPr/>
        <a:lstStyle/>
        <a:p>
          <a:pPr rtl="0"/>
          <a:r>
            <a:rPr lang="tr-TR" b="1">
              <a:latin typeface="Century Gothic" panose="020B0502020202020204"/>
            </a:rPr>
            <a:t>Constructor:</a:t>
          </a:r>
          <a:endParaRPr lang="tr-TR" b="1"/>
        </a:p>
      </dgm:t>
    </dgm:pt>
    <dgm:pt modelId="{37A4CFF0-92FC-4C83-842B-F60B2AE0F1AC}" type="parTrans" cxnId="{242C4AB6-6627-481C-8A62-E676BBF21B87}">
      <dgm:prSet/>
      <dgm:spPr/>
    </dgm:pt>
    <dgm:pt modelId="{379639E8-6D70-415D-9563-3B889D7691D9}" type="sibTrans" cxnId="{242C4AB6-6627-481C-8A62-E676BBF21B87}">
      <dgm:prSet/>
      <dgm:spPr/>
    </dgm:pt>
    <dgm:pt modelId="{62465246-E697-441F-8143-7EA5B179138B}">
      <dgm:prSet phldr="0"/>
      <dgm:spPr/>
      <dgm:t>
        <a:bodyPr/>
        <a:lstStyle/>
        <a:p>
          <a:pPr rtl="0"/>
          <a:r>
            <a:rPr lang="tr-TR" b="0" err="1">
              <a:latin typeface="Century Gothic" panose="020B0502020202020204"/>
            </a:rPr>
            <a:t>Constructor</a:t>
          </a:r>
          <a:r>
            <a:rPr lang="tr-TR" b="0">
              <a:latin typeface="Century Gothic" panose="020B0502020202020204"/>
            </a:rPr>
            <a:t> oluşturmamız sayesinde nesne oluşturduğumuzda ilk bu </a:t>
          </a:r>
          <a:r>
            <a:rPr lang="tr-TR" b="0" err="1">
              <a:latin typeface="Century Gothic" panose="020B0502020202020204"/>
            </a:rPr>
            <a:t>metotun</a:t>
          </a:r>
          <a:r>
            <a:rPr lang="tr-TR" b="0">
              <a:latin typeface="Century Gothic" panose="020B0502020202020204"/>
            </a:rPr>
            <a:t> çalışmasını sağlıyoruz. Başlangıç değeri atamamızı da sağlıyor. Ayrıca diğer </a:t>
          </a:r>
          <a:r>
            <a:rPr lang="tr-TR" b="0" err="1">
              <a:latin typeface="Century Gothic" panose="020B0502020202020204"/>
            </a:rPr>
            <a:t>inherit</a:t>
          </a:r>
          <a:r>
            <a:rPr lang="tr-TR" b="0">
              <a:latin typeface="Century Gothic" panose="020B0502020202020204"/>
            </a:rPr>
            <a:t> ettiğimiz sınıflarda kullandığımız </a:t>
          </a:r>
          <a:r>
            <a:rPr lang="tr-TR" b="0" err="1">
              <a:latin typeface="Century Gothic" panose="020B0502020202020204"/>
            </a:rPr>
            <a:t>super</a:t>
          </a:r>
          <a:r>
            <a:rPr lang="tr-TR" b="0">
              <a:latin typeface="Century Gothic" panose="020B0502020202020204"/>
            </a:rPr>
            <a:t> </a:t>
          </a:r>
          <a:r>
            <a:rPr lang="tr-TR" b="0" err="1">
              <a:latin typeface="Century Gothic" panose="020B0502020202020204"/>
            </a:rPr>
            <a:t>methodu</a:t>
          </a:r>
          <a:r>
            <a:rPr lang="tr-TR" b="0">
              <a:latin typeface="Century Gothic" panose="020B0502020202020204"/>
            </a:rPr>
            <a:t> ile bu yapıcı metodun çalışabilmesine de olanak sağlıyor.</a:t>
          </a:r>
        </a:p>
      </dgm:t>
    </dgm:pt>
    <dgm:pt modelId="{765E1D9C-5E0E-47AD-B4C5-553C13782AF6}" type="parTrans" cxnId="{FB03EB01-42B7-4766-9B1F-B74E84E7F68F}">
      <dgm:prSet/>
      <dgm:spPr/>
    </dgm:pt>
    <dgm:pt modelId="{3E4C2849-49A4-48D7-B4EC-C2C689B8B782}" type="sibTrans" cxnId="{FB03EB01-42B7-4766-9B1F-B74E84E7F68F}">
      <dgm:prSet/>
      <dgm:spPr/>
    </dgm:pt>
    <dgm:pt modelId="{7BB2E73A-B34C-407D-9EA9-68B478DA3AD0}">
      <dgm:prSet phldr="0"/>
      <dgm:spPr/>
      <dgm:t>
        <a:bodyPr/>
        <a:lstStyle/>
        <a:p>
          <a:pPr rtl="0"/>
          <a:r>
            <a:rPr lang="tr-TR" b="1">
              <a:latin typeface="Century Gothic" panose="020B0502020202020204"/>
            </a:rPr>
            <a:t>This:</a:t>
          </a:r>
        </a:p>
      </dgm:t>
    </dgm:pt>
    <dgm:pt modelId="{DE8165D3-5DEC-438E-AF3B-16ABA56C3E98}" type="parTrans" cxnId="{01571DE0-69D2-4C3F-8EA8-8378B12CFDD7}">
      <dgm:prSet/>
      <dgm:spPr/>
    </dgm:pt>
    <dgm:pt modelId="{2A2D0F9F-BDA4-4A9B-903D-98F6D66E54C0}" type="sibTrans" cxnId="{01571DE0-69D2-4C3F-8EA8-8378B12CFDD7}">
      <dgm:prSet/>
      <dgm:spPr/>
    </dgm:pt>
    <dgm:pt modelId="{5CFE7EC5-4486-4067-A81C-910F591442C2}">
      <dgm:prSet phldr="0"/>
      <dgm:spPr/>
      <dgm:t>
        <a:bodyPr/>
        <a:lstStyle/>
        <a:p>
          <a:pPr rtl="0"/>
          <a:r>
            <a:rPr lang="tr-TR">
              <a:latin typeface="Century Gothic" panose="020B0502020202020204"/>
            </a:rPr>
            <a:t>Oluşturduğumuz </a:t>
          </a:r>
          <a:r>
            <a:rPr lang="tr-TR" err="1">
              <a:latin typeface="Century Gothic" panose="020B0502020202020204"/>
            </a:rPr>
            <a:t>constructordaki</a:t>
          </a:r>
          <a:r>
            <a:rPr lang="tr-TR">
              <a:latin typeface="Century Gothic" panose="020B0502020202020204"/>
            </a:rPr>
            <a:t> parametrelere başlangıç değeri atayabilmek için </a:t>
          </a:r>
          <a:r>
            <a:rPr lang="tr-TR" err="1">
              <a:latin typeface="Century Gothic" panose="020B0502020202020204"/>
            </a:rPr>
            <a:t>this</a:t>
          </a:r>
          <a:r>
            <a:rPr lang="tr-TR">
              <a:latin typeface="Century Gothic" panose="020B0502020202020204"/>
            </a:rPr>
            <a:t> </a:t>
          </a:r>
          <a:r>
            <a:rPr lang="tr-TR" err="1">
              <a:latin typeface="Century Gothic" panose="020B0502020202020204"/>
            </a:rPr>
            <a:t>methodunu</a:t>
          </a:r>
          <a:r>
            <a:rPr lang="tr-TR">
              <a:latin typeface="Century Gothic" panose="020B0502020202020204"/>
            </a:rPr>
            <a:t> kullandık.  </a:t>
          </a:r>
          <a:r>
            <a:rPr lang="tr-TR" err="1">
              <a:latin typeface="Century Gothic" panose="020B0502020202020204"/>
            </a:rPr>
            <a:t>Core</a:t>
          </a:r>
          <a:r>
            <a:rPr lang="tr-TR">
              <a:latin typeface="Century Gothic" panose="020B0502020202020204"/>
            </a:rPr>
            <a:t> katmanında birden fazla yapıcı metot oluşturduk ki kullanıcı hangi dönüş tipini istiyorsa o </a:t>
          </a:r>
          <a:r>
            <a:rPr lang="tr-TR" err="1">
              <a:latin typeface="Century Gothic" panose="020B0502020202020204"/>
            </a:rPr>
            <a:t>constructor</a:t>
          </a:r>
          <a:r>
            <a:rPr lang="tr-TR">
              <a:latin typeface="Century Gothic" panose="020B0502020202020204"/>
            </a:rPr>
            <a:t> çalışsın ve onun değerleri atansın.</a:t>
          </a:r>
        </a:p>
      </dgm:t>
    </dgm:pt>
    <dgm:pt modelId="{C6D53401-CF59-4D80-B932-290388F717A1}" type="parTrans" cxnId="{AC3AADA8-9B7D-4613-8BC9-C47E4C877D26}">
      <dgm:prSet/>
      <dgm:spPr/>
    </dgm:pt>
    <dgm:pt modelId="{E8623E77-400B-4751-88AE-9C5B92D2AEAA}" type="sibTrans" cxnId="{AC3AADA8-9B7D-4613-8BC9-C47E4C877D26}">
      <dgm:prSet/>
      <dgm:spPr/>
    </dgm:pt>
    <dgm:pt modelId="{0E932987-357D-4C18-A7C7-797940423C20}" type="pres">
      <dgm:prSet presAssocID="{78EBF855-0939-44E2-B2B9-E4C655315BA2}" presName="diagram" presStyleCnt="0">
        <dgm:presLayoutVars>
          <dgm:dir/>
          <dgm:resizeHandles val="exact"/>
        </dgm:presLayoutVars>
      </dgm:prSet>
      <dgm:spPr/>
    </dgm:pt>
    <dgm:pt modelId="{801AFB87-1048-4D69-A828-0BC00B4F2C03}" type="pres">
      <dgm:prSet presAssocID="{F88592C1-6B23-41BD-8751-592AFC66CCC9}" presName="node" presStyleLbl="node1" presStyleIdx="0" presStyleCnt="2">
        <dgm:presLayoutVars>
          <dgm:bulletEnabled val="1"/>
        </dgm:presLayoutVars>
      </dgm:prSet>
      <dgm:spPr/>
    </dgm:pt>
    <dgm:pt modelId="{3B9E0707-4825-41F9-A60D-D2C3AD147876}" type="pres">
      <dgm:prSet presAssocID="{379639E8-6D70-415D-9563-3B889D7691D9}" presName="sibTrans" presStyleCnt="0"/>
      <dgm:spPr/>
    </dgm:pt>
    <dgm:pt modelId="{F2944800-C5E9-4614-A58F-169FF25254FD}" type="pres">
      <dgm:prSet presAssocID="{7BB2E73A-B34C-407D-9EA9-68B478DA3AD0}" presName="node" presStyleLbl="node1" presStyleIdx="1" presStyleCnt="2">
        <dgm:presLayoutVars>
          <dgm:bulletEnabled val="1"/>
        </dgm:presLayoutVars>
      </dgm:prSet>
      <dgm:spPr/>
    </dgm:pt>
  </dgm:ptLst>
  <dgm:cxnLst>
    <dgm:cxn modelId="{FB03EB01-42B7-4766-9B1F-B74E84E7F68F}" srcId="{F88592C1-6B23-41BD-8751-592AFC66CCC9}" destId="{62465246-E697-441F-8143-7EA5B179138B}" srcOrd="0" destOrd="0" parTransId="{765E1D9C-5E0E-47AD-B4C5-553C13782AF6}" sibTransId="{3E4C2849-49A4-48D7-B4EC-C2C689B8B782}"/>
    <dgm:cxn modelId="{F8AF2037-315E-4425-BDAF-D6B3BEBBB2CB}" type="presOf" srcId="{7BB2E73A-B34C-407D-9EA9-68B478DA3AD0}" destId="{F2944800-C5E9-4614-A58F-169FF25254FD}" srcOrd="0" destOrd="0" presId="urn:microsoft.com/office/officeart/2005/8/layout/default"/>
    <dgm:cxn modelId="{58393F96-C57A-48C8-A1D6-D5E2F15103E4}" type="presOf" srcId="{78EBF855-0939-44E2-B2B9-E4C655315BA2}" destId="{0E932987-357D-4C18-A7C7-797940423C20}" srcOrd="0" destOrd="0" presId="urn:microsoft.com/office/officeart/2005/8/layout/default"/>
    <dgm:cxn modelId="{AC3AADA8-9B7D-4613-8BC9-C47E4C877D26}" srcId="{7BB2E73A-B34C-407D-9EA9-68B478DA3AD0}" destId="{5CFE7EC5-4486-4067-A81C-910F591442C2}" srcOrd="0" destOrd="0" parTransId="{C6D53401-CF59-4D80-B932-290388F717A1}" sibTransId="{E8623E77-400B-4751-88AE-9C5B92D2AEAA}"/>
    <dgm:cxn modelId="{242C4AB6-6627-481C-8A62-E676BBF21B87}" srcId="{78EBF855-0939-44E2-B2B9-E4C655315BA2}" destId="{F88592C1-6B23-41BD-8751-592AFC66CCC9}" srcOrd="0" destOrd="0" parTransId="{37A4CFF0-92FC-4C83-842B-F60B2AE0F1AC}" sibTransId="{379639E8-6D70-415D-9563-3B889D7691D9}"/>
    <dgm:cxn modelId="{E4AB4AC7-F8D7-4B32-9AEF-C7F031D292C1}" type="presOf" srcId="{62465246-E697-441F-8143-7EA5B179138B}" destId="{801AFB87-1048-4D69-A828-0BC00B4F2C03}" srcOrd="0" destOrd="1" presId="urn:microsoft.com/office/officeart/2005/8/layout/default"/>
    <dgm:cxn modelId="{01571DE0-69D2-4C3F-8EA8-8378B12CFDD7}" srcId="{78EBF855-0939-44E2-B2B9-E4C655315BA2}" destId="{7BB2E73A-B34C-407D-9EA9-68B478DA3AD0}" srcOrd="1" destOrd="0" parTransId="{DE8165D3-5DEC-438E-AF3B-16ABA56C3E98}" sibTransId="{2A2D0F9F-BDA4-4A9B-903D-98F6D66E54C0}"/>
    <dgm:cxn modelId="{757AAAE8-E859-4020-BFAD-F98F17DBBE93}" type="presOf" srcId="{F88592C1-6B23-41BD-8751-592AFC66CCC9}" destId="{801AFB87-1048-4D69-A828-0BC00B4F2C03}" srcOrd="0" destOrd="0" presId="urn:microsoft.com/office/officeart/2005/8/layout/default"/>
    <dgm:cxn modelId="{F0DC73F5-5D6E-4698-B3B1-BF348E92517F}" type="presOf" srcId="{5CFE7EC5-4486-4067-A81C-910F591442C2}" destId="{F2944800-C5E9-4614-A58F-169FF25254FD}" srcOrd="0" destOrd="1" presId="urn:microsoft.com/office/officeart/2005/8/layout/default"/>
    <dgm:cxn modelId="{57C48873-07B8-4CE4-9FB6-EA174881D5BE}" type="presParOf" srcId="{0E932987-357D-4C18-A7C7-797940423C20}" destId="{801AFB87-1048-4D69-A828-0BC00B4F2C03}" srcOrd="0" destOrd="0" presId="urn:microsoft.com/office/officeart/2005/8/layout/default"/>
    <dgm:cxn modelId="{B72A803D-4F2F-4547-9C6F-1083E4D5ADD4}" type="presParOf" srcId="{0E932987-357D-4C18-A7C7-797940423C20}" destId="{3B9E0707-4825-41F9-A60D-D2C3AD147876}" srcOrd="1" destOrd="0" presId="urn:microsoft.com/office/officeart/2005/8/layout/default"/>
    <dgm:cxn modelId="{2E8A3D07-41E1-4631-9E33-1AEA55D8245B}" type="presParOf" srcId="{0E932987-357D-4C18-A7C7-797940423C20}" destId="{F2944800-C5E9-4614-A58F-169FF25254FD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003F95-DC7D-426D-89E2-3365856A778A}">
      <dsp:nvSpPr>
        <dsp:cNvPr id="0" name=""/>
        <dsp:cNvSpPr/>
      </dsp:nvSpPr>
      <dsp:spPr>
        <a:xfrm>
          <a:off x="1320" y="219636"/>
          <a:ext cx="5151313" cy="309078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800" b="1" kern="1200">
              <a:solidFill>
                <a:schemeClr val="tx1"/>
              </a:solidFill>
              <a:latin typeface="Times New Roman"/>
              <a:cs typeface="Times New Roman"/>
            </a:rPr>
            <a:t>1. Kullanım Kolaylığı ve Hız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200" b="1" kern="1200">
              <a:solidFill>
                <a:schemeClr val="tx1"/>
              </a:solidFill>
              <a:latin typeface="Times New Roman"/>
              <a:cs typeface="Times New Roman"/>
            </a:rPr>
            <a:t>Hızlı İşlem</a:t>
          </a:r>
          <a:r>
            <a:rPr lang="tr-TR" sz="2200" kern="1200">
              <a:solidFill>
                <a:schemeClr val="accent6">
                  <a:lumMod val="40000"/>
                  <a:lumOff val="60000"/>
                </a:schemeClr>
              </a:solidFill>
              <a:latin typeface="Times New Roman"/>
              <a:cs typeface="Times New Roman"/>
            </a:rPr>
            <a:t>:</a:t>
          </a:r>
          <a:r>
            <a:rPr lang="tr-TR" sz="2200" kern="1200">
              <a:solidFill>
                <a:srgbClr val="FFFFFF"/>
              </a:solidFill>
              <a:latin typeface="Times New Roman"/>
              <a:cs typeface="Times New Roman"/>
            </a:rPr>
            <a:t> Fiziksel bir ofise gitmeye gerek kalmadan, internet üzerinden hızlıca araç kiralayabilirsiniz.</a:t>
          </a:r>
          <a:endParaRPr lang="tr-TR" sz="2200" b="1" kern="1200">
            <a:latin typeface="Times New Roman"/>
            <a:cs typeface="Times New Roman"/>
          </a:endParaRPr>
        </a:p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200" b="1" kern="1200">
              <a:solidFill>
                <a:schemeClr val="tx1"/>
              </a:solidFill>
              <a:latin typeface="Times New Roman"/>
              <a:cs typeface="Times New Roman"/>
            </a:rPr>
            <a:t>Online Rezervasyon:</a:t>
          </a:r>
          <a:r>
            <a:rPr lang="tr-TR" sz="2200" kern="1200">
              <a:solidFill>
                <a:srgbClr val="FFFFFF"/>
              </a:solidFill>
              <a:latin typeface="Times New Roman"/>
              <a:cs typeface="Times New Roman"/>
            </a:rPr>
            <a:t> Birkaç tıklama ile araç seçeneklerini görebilir, rezervasyon yapabilir ve ödeme işlemlerini gerçekleştirebilirsiniz.</a:t>
          </a:r>
          <a:endParaRPr lang="en-US" sz="2200" b="0" kern="1200">
            <a:latin typeface="Times New Roman"/>
            <a:cs typeface="Times New Roman"/>
          </a:endParaRPr>
        </a:p>
      </dsp:txBody>
      <dsp:txXfrm>
        <a:off x="1320" y="219636"/>
        <a:ext cx="5151313" cy="3090788"/>
      </dsp:txXfrm>
    </dsp:sp>
    <dsp:sp modelId="{358EDA0A-F0A1-425B-93CE-157F6C4F35E1}">
      <dsp:nvSpPr>
        <dsp:cNvPr id="0" name=""/>
        <dsp:cNvSpPr/>
      </dsp:nvSpPr>
      <dsp:spPr>
        <a:xfrm>
          <a:off x="5667765" y="219636"/>
          <a:ext cx="5151313" cy="309078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800" b="1" kern="1200">
              <a:solidFill>
                <a:schemeClr val="tx1"/>
              </a:solidFill>
              <a:latin typeface="Times New Roman"/>
              <a:cs typeface="Times New Roman"/>
            </a:rPr>
            <a:t>2. Geniş Araç Seçenekleri</a:t>
          </a:r>
          <a:endParaRPr lang="tr-TR" sz="2800" kern="1200">
            <a:solidFill>
              <a:schemeClr val="tx1"/>
            </a:solidFill>
            <a:latin typeface="Times New Roman"/>
            <a:cs typeface="Times New Roman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200" b="1" kern="1200">
              <a:solidFill>
                <a:schemeClr val="tx1"/>
              </a:solidFill>
              <a:latin typeface="Times New Roman"/>
              <a:cs typeface="Times New Roman"/>
            </a:rPr>
            <a:t>Çeşitlilik</a:t>
          </a:r>
          <a:r>
            <a:rPr lang="tr-TR" sz="2200" kern="1200">
              <a:solidFill>
                <a:schemeClr val="tx1"/>
              </a:solidFill>
              <a:latin typeface="Times New Roman"/>
              <a:cs typeface="Times New Roman"/>
            </a:rPr>
            <a:t>:</a:t>
          </a:r>
          <a:r>
            <a:rPr lang="tr-TR" sz="2200" kern="1200">
              <a:solidFill>
                <a:srgbClr val="FFFFFF"/>
              </a:solidFill>
              <a:latin typeface="Times New Roman"/>
              <a:cs typeface="Times New Roman"/>
            </a:rPr>
            <a:t> Ekonomik araçlardan lüks araçlara, SUV'lardan minibüslere kadar geniş bir araç yelpazesi.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200" b="1" kern="1200">
              <a:solidFill>
                <a:schemeClr val="tx1"/>
              </a:solidFill>
              <a:latin typeface="Times New Roman"/>
              <a:cs typeface="Times New Roman"/>
            </a:rPr>
            <a:t>İhtiyaca Uygunluk</a:t>
          </a:r>
          <a:r>
            <a:rPr lang="tr-TR" sz="2200" kern="1200">
              <a:solidFill>
                <a:schemeClr val="tx1"/>
              </a:solidFill>
              <a:latin typeface="Times New Roman"/>
              <a:cs typeface="Times New Roman"/>
            </a:rPr>
            <a:t>: </a:t>
          </a:r>
          <a:r>
            <a:rPr lang="tr-TR" sz="2200" kern="1200">
              <a:solidFill>
                <a:srgbClr val="FFFFFF"/>
              </a:solidFill>
              <a:latin typeface="Times New Roman"/>
              <a:cs typeface="Times New Roman"/>
            </a:rPr>
            <a:t>Farklı ihtiyaçlara ve bütçelere uygun araç seçenekleri</a:t>
          </a:r>
          <a:r>
            <a:rPr lang="tr-TR" sz="2200" kern="1200">
              <a:latin typeface="Times New Roman"/>
              <a:cs typeface="Times New Roman"/>
            </a:rPr>
            <a:t>.</a:t>
          </a:r>
          <a:endParaRPr lang="en-US" sz="2200" kern="1200">
            <a:latin typeface="Times New Roman"/>
            <a:cs typeface="Times New Roman"/>
          </a:endParaRPr>
        </a:p>
      </dsp:txBody>
      <dsp:txXfrm>
        <a:off x="5667765" y="219636"/>
        <a:ext cx="5151313" cy="30907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003F95-DC7D-426D-89E2-3365856A778A}">
      <dsp:nvSpPr>
        <dsp:cNvPr id="0" name=""/>
        <dsp:cNvSpPr/>
      </dsp:nvSpPr>
      <dsp:spPr>
        <a:xfrm>
          <a:off x="1320" y="219636"/>
          <a:ext cx="5151313" cy="309078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000" b="1" kern="1200"/>
            <a:t>3. Fiyat Karşılaştırma</a:t>
          </a:r>
          <a:endParaRPr lang="en-US" sz="30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300" b="1" kern="1200"/>
            <a:t>En İyi Teklifler</a:t>
          </a:r>
          <a:r>
            <a:rPr lang="tr-TR" sz="2300" kern="1200"/>
            <a:t>: Farklı araç kiralama şirketlerinin fiyatlarını karşılaştırarak en iyi teklifi bulma imkanı.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300" b="1" kern="1200"/>
            <a:t>Şeffaflık</a:t>
          </a:r>
          <a:r>
            <a:rPr lang="tr-TR" sz="2300" kern="1200"/>
            <a:t>: Aynı platform üzerinden çeşitli teklifleri görerek bilinçli bir seçim yapma.</a:t>
          </a:r>
          <a:endParaRPr lang="en-US" sz="2300" kern="1200"/>
        </a:p>
      </dsp:txBody>
      <dsp:txXfrm>
        <a:off x="1320" y="219636"/>
        <a:ext cx="5151313" cy="3090788"/>
      </dsp:txXfrm>
    </dsp:sp>
    <dsp:sp modelId="{CFE4621D-8CDF-4C1D-892E-9C00E3754A91}">
      <dsp:nvSpPr>
        <dsp:cNvPr id="0" name=""/>
        <dsp:cNvSpPr/>
      </dsp:nvSpPr>
      <dsp:spPr>
        <a:xfrm>
          <a:off x="5667765" y="219636"/>
          <a:ext cx="5151313" cy="309078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000" b="1" kern="1200"/>
            <a:t>4. Kampanyalar ve İndirimler</a:t>
          </a:r>
          <a:endParaRPr lang="en-US" sz="30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300" b="1" kern="1200"/>
            <a:t>Özel Fırsatlar</a:t>
          </a:r>
          <a:r>
            <a:rPr lang="tr-TR" sz="2300" kern="1200"/>
            <a:t>: Zaman zaman sunulan özel indirimler ve kampanyalar.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300" b="1" kern="1200"/>
            <a:t>Ekonomik Seçenekler</a:t>
          </a:r>
          <a:r>
            <a:rPr lang="tr-TR" sz="2300" kern="1200"/>
            <a:t>: Daha ekonomik bir kiralama deneyimi.</a:t>
          </a:r>
          <a:endParaRPr lang="en-US" sz="2300" kern="1200"/>
        </a:p>
      </dsp:txBody>
      <dsp:txXfrm>
        <a:off x="5667765" y="219636"/>
        <a:ext cx="5151313" cy="30907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398809-1590-4BA8-B504-B89573B5C2F9}">
      <dsp:nvSpPr>
        <dsp:cNvPr id="0" name=""/>
        <dsp:cNvSpPr/>
      </dsp:nvSpPr>
      <dsp:spPr>
        <a:xfrm>
          <a:off x="1320" y="219636"/>
          <a:ext cx="5151313" cy="309078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800" b="1" kern="1200"/>
            <a:t>5. Kullanıcı Yorumları ve Değerlendirmeler</a:t>
          </a:r>
          <a:endParaRPr lang="en-US" sz="28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200" b="1" kern="1200"/>
            <a:t>Güvenilirlik</a:t>
          </a:r>
          <a:r>
            <a:rPr lang="tr-TR" sz="2200" kern="1200"/>
            <a:t>: Diğer kullanıcıların deneyimlerini okuyarak güvenilir ve kaliteli hizmet sunan şirketleri seçme imkanı.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200" b="1" kern="1200"/>
            <a:t>Bilinçli Karar</a:t>
          </a:r>
          <a:r>
            <a:rPr lang="tr-TR" sz="2200" kern="1200"/>
            <a:t>: Daha bilinçli bir karar verme süreci.</a:t>
          </a:r>
          <a:endParaRPr lang="en-US" sz="2200" kern="1200"/>
        </a:p>
      </dsp:txBody>
      <dsp:txXfrm>
        <a:off x="1320" y="219636"/>
        <a:ext cx="5151313" cy="3090788"/>
      </dsp:txXfrm>
    </dsp:sp>
    <dsp:sp modelId="{47EE98CA-0E99-4313-84DD-E5E5FCF87FBC}">
      <dsp:nvSpPr>
        <dsp:cNvPr id="0" name=""/>
        <dsp:cNvSpPr/>
      </dsp:nvSpPr>
      <dsp:spPr>
        <a:xfrm>
          <a:off x="5667765" y="219636"/>
          <a:ext cx="5151313" cy="3090788"/>
        </a:xfrm>
        <a:prstGeom prst="rect">
          <a:avLst/>
        </a:prstGeom>
        <a:gradFill rotWithShape="0">
          <a:gsLst>
            <a:gs pos="0">
              <a:schemeClr val="accent2">
                <a:hueOff val="1149490"/>
                <a:satOff val="-18772"/>
                <a:lumOff val="1176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1149490"/>
                <a:satOff val="-18772"/>
                <a:lumOff val="1176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800" b="1" kern="1200"/>
            <a:t>6. Esneklik ve İhtiyaçlara Uygunluk</a:t>
          </a:r>
          <a:endParaRPr lang="en-US" sz="28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200" b="1" kern="1200"/>
            <a:t>Esnek Çözümler</a:t>
          </a:r>
          <a:r>
            <a:rPr lang="tr-TR" sz="2200" kern="1200"/>
            <a:t>: Farklı ihtiyaçlara uygun esnek kiralama seçenekleri.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200" b="1" kern="1200"/>
            <a:t>One-Way Kiralama</a:t>
          </a:r>
          <a:r>
            <a:rPr lang="tr-TR" sz="2200" kern="1200"/>
            <a:t>: Aracı belirli bir noktada alıp başka bir noktada bırakma imkanı.</a:t>
          </a:r>
          <a:endParaRPr lang="en-US" sz="2200" kern="1200"/>
        </a:p>
      </dsp:txBody>
      <dsp:txXfrm>
        <a:off x="5667765" y="219636"/>
        <a:ext cx="5151313" cy="30907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957444-E3A3-4AE1-8CE1-65648C1590ED}">
      <dsp:nvSpPr>
        <dsp:cNvPr id="0" name=""/>
        <dsp:cNvSpPr/>
      </dsp:nvSpPr>
      <dsp:spPr>
        <a:xfrm>
          <a:off x="1320" y="219636"/>
          <a:ext cx="5151313" cy="309078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b="1" kern="1200"/>
            <a:t>7. Rezervasyon Yönetimi</a:t>
          </a:r>
          <a:endParaRPr lang="en-US" sz="32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500" b="1" kern="1200"/>
            <a:t>Kolay Yönetim</a:t>
          </a:r>
          <a:r>
            <a:rPr lang="tr-TR" sz="2500" kern="1200"/>
            <a:t>: Rezervasyonlarınızı kolayca yönetme, iptal etme veya değiştirme imkanı.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500" b="1" kern="1200"/>
            <a:t>Planlara Uyum</a:t>
          </a:r>
          <a:r>
            <a:rPr lang="tr-TR" sz="2500" kern="1200"/>
            <a:t>: Değişikliklere hızlı ve kolay uyum sağlama.</a:t>
          </a:r>
          <a:endParaRPr lang="en-US" sz="2500" kern="1200"/>
        </a:p>
      </dsp:txBody>
      <dsp:txXfrm>
        <a:off x="1320" y="219636"/>
        <a:ext cx="5151313" cy="3090788"/>
      </dsp:txXfrm>
    </dsp:sp>
    <dsp:sp modelId="{13BDF047-E38D-4266-ABFF-2E9739277827}">
      <dsp:nvSpPr>
        <dsp:cNvPr id="0" name=""/>
        <dsp:cNvSpPr/>
      </dsp:nvSpPr>
      <dsp:spPr>
        <a:xfrm>
          <a:off x="5667765" y="219636"/>
          <a:ext cx="5151313" cy="309078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b="1" kern="1200"/>
            <a:t>8. Ek Hizmetler</a:t>
          </a:r>
          <a:endParaRPr lang="en-US" sz="32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500" b="1" kern="1200"/>
            <a:t>Opsiyonel Hizmetler</a:t>
          </a:r>
          <a:r>
            <a:rPr lang="tr-TR" sz="2500" kern="1200"/>
            <a:t>: GPS cihazı, bebek koltuğu, ek sürücü gibi ek hizmetler.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500" b="1" kern="1200"/>
            <a:t>Konfor ve Güvenlik</a:t>
          </a:r>
          <a:r>
            <a:rPr lang="tr-TR" sz="2500" kern="1200"/>
            <a:t>: Seyahatinizi daha konforlu ve güvenli hale getirme.</a:t>
          </a:r>
          <a:endParaRPr lang="en-US" sz="2500" kern="1200"/>
        </a:p>
      </dsp:txBody>
      <dsp:txXfrm>
        <a:off x="5667765" y="219636"/>
        <a:ext cx="5151313" cy="309078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67AD67-AACA-4AED-B327-55827A3ADC2C}">
      <dsp:nvSpPr>
        <dsp:cNvPr id="0" name=""/>
        <dsp:cNvSpPr/>
      </dsp:nvSpPr>
      <dsp:spPr>
        <a:xfrm>
          <a:off x="0" y="0"/>
          <a:ext cx="9197340" cy="10590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b="1" kern="1200"/>
            <a:t>Frontend:</a:t>
          </a:r>
          <a:r>
            <a:rPr lang="tr-TR" sz="3200" kern="1200"/>
            <a:t>  HTML, CSS, JavaScript, React</a:t>
          </a:r>
          <a:endParaRPr lang="en-US" sz="3200" kern="1200"/>
        </a:p>
      </dsp:txBody>
      <dsp:txXfrm>
        <a:off x="31018" y="31018"/>
        <a:ext cx="8054575" cy="996982"/>
      </dsp:txXfrm>
    </dsp:sp>
    <dsp:sp modelId="{D1C4556A-C847-424E-B9CD-F58BA9663597}">
      <dsp:nvSpPr>
        <dsp:cNvPr id="0" name=""/>
        <dsp:cNvSpPr/>
      </dsp:nvSpPr>
      <dsp:spPr>
        <a:xfrm>
          <a:off x="811529" y="1235521"/>
          <a:ext cx="9197340" cy="10590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b="1" kern="1200"/>
            <a:t>Backend: </a:t>
          </a:r>
          <a:r>
            <a:rPr lang="tr-TR" sz="3200" kern="1200"/>
            <a:t>Spring Boot, Java</a:t>
          </a:r>
          <a:endParaRPr lang="en-US" sz="3200" kern="1200"/>
        </a:p>
      </dsp:txBody>
      <dsp:txXfrm>
        <a:off x="842547" y="1266539"/>
        <a:ext cx="7635411" cy="996982"/>
      </dsp:txXfrm>
    </dsp:sp>
    <dsp:sp modelId="{30318C58-4A0B-4B3F-87A6-86FBEB220307}">
      <dsp:nvSpPr>
        <dsp:cNvPr id="0" name=""/>
        <dsp:cNvSpPr/>
      </dsp:nvSpPr>
      <dsp:spPr>
        <a:xfrm>
          <a:off x="1623059" y="2471043"/>
          <a:ext cx="9197340" cy="10590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3200" b="1" kern="1200"/>
            <a:t>Veritabanı:</a:t>
          </a:r>
          <a:r>
            <a:rPr lang="tr-TR" sz="3200" kern="1200"/>
            <a:t> PostgreSQL</a:t>
          </a:r>
          <a:endParaRPr lang="en-US" sz="3200" kern="1200"/>
        </a:p>
      </dsp:txBody>
      <dsp:txXfrm>
        <a:off x="1654077" y="2502061"/>
        <a:ext cx="7635411" cy="996982"/>
      </dsp:txXfrm>
    </dsp:sp>
    <dsp:sp modelId="{BC0585A5-D237-44A0-9AA5-3F7D0B3402AD}">
      <dsp:nvSpPr>
        <dsp:cNvPr id="0" name=""/>
        <dsp:cNvSpPr/>
      </dsp:nvSpPr>
      <dsp:spPr>
        <a:xfrm>
          <a:off x="8508977" y="803089"/>
          <a:ext cx="688362" cy="68836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8663858" y="803089"/>
        <a:ext cx="378600" cy="517992"/>
      </dsp:txXfrm>
    </dsp:sp>
    <dsp:sp modelId="{4A512863-56EC-48BA-83E7-4C629FED3F0E}">
      <dsp:nvSpPr>
        <dsp:cNvPr id="0" name=""/>
        <dsp:cNvSpPr/>
      </dsp:nvSpPr>
      <dsp:spPr>
        <a:xfrm>
          <a:off x="9320507" y="2031550"/>
          <a:ext cx="688362" cy="688362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9475388" y="2031550"/>
        <a:ext cx="378600" cy="51799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1AFB87-1048-4D69-A828-0BC00B4F2C03}">
      <dsp:nvSpPr>
        <dsp:cNvPr id="0" name=""/>
        <dsp:cNvSpPr/>
      </dsp:nvSpPr>
      <dsp:spPr>
        <a:xfrm>
          <a:off x="1320" y="219636"/>
          <a:ext cx="5151313" cy="309078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700" b="1" kern="1200">
              <a:latin typeface="Century Gothic" panose="020B0502020202020204"/>
            </a:rPr>
            <a:t>Inheritance:</a:t>
          </a:r>
          <a:endParaRPr lang="tr-TR" sz="2700" kern="1200"/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100" b="0" kern="1200" err="1">
              <a:latin typeface="Century Gothic" panose="020B0502020202020204"/>
            </a:rPr>
            <a:t>JPARepository'deki</a:t>
          </a:r>
          <a:r>
            <a:rPr lang="tr-TR" sz="2100" b="0" kern="1200">
              <a:latin typeface="Century Gothic" panose="020B0502020202020204"/>
            </a:rPr>
            <a:t> özelliklere </a:t>
          </a:r>
          <a:r>
            <a:rPr lang="tr-TR" sz="2100" b="0" kern="1200" err="1">
              <a:latin typeface="Century Gothic" panose="020B0502020202020204"/>
            </a:rPr>
            <a:t>DataAccess</a:t>
          </a:r>
          <a:r>
            <a:rPr lang="tr-TR" sz="2100" b="0" kern="1200">
              <a:latin typeface="Century Gothic" panose="020B0502020202020204"/>
            </a:rPr>
            <a:t> katmanındaki sınıfların da erişebilmesi ve kullanabilmesi için "Kalıtım" özelliğini kullandık. </a:t>
          </a:r>
          <a:r>
            <a:rPr lang="tr-TR" sz="2100" b="0" kern="1200" err="1">
              <a:latin typeface="Century Gothic" panose="020B0502020202020204"/>
            </a:rPr>
            <a:t>Core</a:t>
          </a:r>
          <a:r>
            <a:rPr lang="tr-TR" sz="2100" b="0" kern="1200">
              <a:latin typeface="Century Gothic" panose="020B0502020202020204"/>
            </a:rPr>
            <a:t> katmanında da </a:t>
          </a:r>
          <a:r>
            <a:rPr lang="tr-TR" sz="2100" b="0" kern="1200" err="1">
              <a:latin typeface="Century Gothic" panose="020B0502020202020204"/>
            </a:rPr>
            <a:t>Result'ın</a:t>
          </a:r>
          <a:r>
            <a:rPr lang="tr-TR" sz="2100" b="0" kern="1200">
              <a:latin typeface="Century Gothic" panose="020B0502020202020204"/>
            </a:rPr>
            <a:t> sahip olduğu </a:t>
          </a:r>
          <a:r>
            <a:rPr lang="tr-TR" sz="2100" b="0" kern="1200" err="1">
              <a:latin typeface="Century Gothic" panose="020B0502020202020204"/>
            </a:rPr>
            <a:t>success</a:t>
          </a:r>
          <a:r>
            <a:rPr lang="tr-TR" sz="2100" b="0" kern="1200">
              <a:latin typeface="Century Gothic" panose="020B0502020202020204"/>
            </a:rPr>
            <a:t> ve </a:t>
          </a:r>
          <a:r>
            <a:rPr lang="tr-TR" sz="2100" b="0" kern="1200" err="1">
              <a:latin typeface="Century Gothic" panose="020B0502020202020204"/>
            </a:rPr>
            <a:t>message</a:t>
          </a:r>
          <a:r>
            <a:rPr lang="tr-TR" sz="2100" b="0" kern="1200">
              <a:latin typeface="Century Gothic" panose="020B0502020202020204"/>
            </a:rPr>
            <a:t> özellikleri, </a:t>
          </a:r>
          <a:r>
            <a:rPr lang="tr-TR" sz="2100" b="0" kern="1200" err="1">
              <a:latin typeface="Century Gothic" panose="020B0502020202020204"/>
            </a:rPr>
            <a:t>inherit</a:t>
          </a:r>
          <a:r>
            <a:rPr lang="tr-TR" sz="2100" b="0" kern="1200">
              <a:latin typeface="Century Gothic" panose="020B0502020202020204"/>
            </a:rPr>
            <a:t> edilen sınıflara iletilmiş oldu.</a:t>
          </a:r>
        </a:p>
      </dsp:txBody>
      <dsp:txXfrm>
        <a:off x="1320" y="219636"/>
        <a:ext cx="5151313" cy="3090788"/>
      </dsp:txXfrm>
    </dsp:sp>
    <dsp:sp modelId="{F2944800-C5E9-4614-A58F-169FF25254FD}">
      <dsp:nvSpPr>
        <dsp:cNvPr id="0" name=""/>
        <dsp:cNvSpPr/>
      </dsp:nvSpPr>
      <dsp:spPr>
        <a:xfrm>
          <a:off x="5667765" y="219636"/>
          <a:ext cx="5151313" cy="309078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700" b="1" kern="1200" err="1">
              <a:latin typeface="Century Gothic" panose="020B0502020202020204"/>
            </a:rPr>
            <a:t>Interface</a:t>
          </a:r>
          <a:r>
            <a:rPr lang="tr-TR" sz="2700" b="1" kern="1200">
              <a:latin typeface="Century Gothic" panose="020B0502020202020204"/>
            </a:rPr>
            <a:t>: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100" kern="1200">
              <a:latin typeface="Century Gothic" panose="020B0502020202020204"/>
            </a:rPr>
            <a:t>Business katmanında açtığımız Service </a:t>
          </a:r>
          <a:r>
            <a:rPr lang="tr-TR" sz="2100" kern="1200" err="1">
              <a:latin typeface="Century Gothic" panose="020B0502020202020204"/>
            </a:rPr>
            <a:t>Interface'lerine</a:t>
          </a:r>
          <a:r>
            <a:rPr lang="tr-TR" sz="2100" kern="1200">
              <a:latin typeface="Century Gothic" panose="020B0502020202020204"/>
            </a:rPr>
            <a:t> belirli davranışlar atadık ve Manager sınıflarının bu davranışları uygulamasını sağladık. Ayrıca katmanların birbiriyle ilişkili olabilmesi için Interface kullanmamız şarttır.</a:t>
          </a:r>
        </a:p>
      </dsp:txBody>
      <dsp:txXfrm>
        <a:off x="5667765" y="219636"/>
        <a:ext cx="5151313" cy="309078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1AFB87-1048-4D69-A828-0BC00B4F2C03}">
      <dsp:nvSpPr>
        <dsp:cNvPr id="0" name=""/>
        <dsp:cNvSpPr/>
      </dsp:nvSpPr>
      <dsp:spPr>
        <a:xfrm>
          <a:off x="1320" y="219636"/>
          <a:ext cx="5151313" cy="309078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700" b="1" kern="1200">
              <a:latin typeface="Century Gothic" panose="020B0502020202020204"/>
            </a:rPr>
            <a:t>Constructor:</a:t>
          </a:r>
          <a:endParaRPr lang="tr-TR" sz="2700" b="1" kern="1200"/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100" b="0" kern="1200" err="1">
              <a:latin typeface="Century Gothic" panose="020B0502020202020204"/>
            </a:rPr>
            <a:t>Constructor</a:t>
          </a:r>
          <a:r>
            <a:rPr lang="tr-TR" sz="2100" b="0" kern="1200">
              <a:latin typeface="Century Gothic" panose="020B0502020202020204"/>
            </a:rPr>
            <a:t> oluşturmamız sayesinde nesne oluşturduğumuzda ilk bu </a:t>
          </a:r>
          <a:r>
            <a:rPr lang="tr-TR" sz="2100" b="0" kern="1200" err="1">
              <a:latin typeface="Century Gothic" panose="020B0502020202020204"/>
            </a:rPr>
            <a:t>metotun</a:t>
          </a:r>
          <a:r>
            <a:rPr lang="tr-TR" sz="2100" b="0" kern="1200">
              <a:latin typeface="Century Gothic" panose="020B0502020202020204"/>
            </a:rPr>
            <a:t> çalışmasını sağlıyoruz. Başlangıç değeri atamamızı da sağlıyor. Ayrıca diğer </a:t>
          </a:r>
          <a:r>
            <a:rPr lang="tr-TR" sz="2100" b="0" kern="1200" err="1">
              <a:latin typeface="Century Gothic" panose="020B0502020202020204"/>
            </a:rPr>
            <a:t>inherit</a:t>
          </a:r>
          <a:r>
            <a:rPr lang="tr-TR" sz="2100" b="0" kern="1200">
              <a:latin typeface="Century Gothic" panose="020B0502020202020204"/>
            </a:rPr>
            <a:t> ettiğimiz sınıflarda kullandığımız </a:t>
          </a:r>
          <a:r>
            <a:rPr lang="tr-TR" sz="2100" b="0" kern="1200" err="1">
              <a:latin typeface="Century Gothic" panose="020B0502020202020204"/>
            </a:rPr>
            <a:t>super</a:t>
          </a:r>
          <a:r>
            <a:rPr lang="tr-TR" sz="2100" b="0" kern="1200">
              <a:latin typeface="Century Gothic" panose="020B0502020202020204"/>
            </a:rPr>
            <a:t> </a:t>
          </a:r>
          <a:r>
            <a:rPr lang="tr-TR" sz="2100" b="0" kern="1200" err="1">
              <a:latin typeface="Century Gothic" panose="020B0502020202020204"/>
            </a:rPr>
            <a:t>methodu</a:t>
          </a:r>
          <a:r>
            <a:rPr lang="tr-TR" sz="2100" b="0" kern="1200">
              <a:latin typeface="Century Gothic" panose="020B0502020202020204"/>
            </a:rPr>
            <a:t> ile bu yapıcı metodun çalışabilmesine de olanak sağlıyor.</a:t>
          </a:r>
        </a:p>
      </dsp:txBody>
      <dsp:txXfrm>
        <a:off x="1320" y="219636"/>
        <a:ext cx="5151313" cy="3090788"/>
      </dsp:txXfrm>
    </dsp:sp>
    <dsp:sp modelId="{F2944800-C5E9-4614-A58F-169FF25254FD}">
      <dsp:nvSpPr>
        <dsp:cNvPr id="0" name=""/>
        <dsp:cNvSpPr/>
      </dsp:nvSpPr>
      <dsp:spPr>
        <a:xfrm>
          <a:off x="5667765" y="219636"/>
          <a:ext cx="5151313" cy="3090788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700" b="1" kern="1200">
              <a:latin typeface="Century Gothic" panose="020B0502020202020204"/>
            </a:rPr>
            <a:t>This:</a:t>
          </a:r>
        </a:p>
        <a:p>
          <a:pPr marL="228600" lvl="1" indent="-228600" algn="l" defTabSz="9334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2100" kern="1200">
              <a:latin typeface="Century Gothic" panose="020B0502020202020204"/>
            </a:rPr>
            <a:t>Oluşturduğumuz </a:t>
          </a:r>
          <a:r>
            <a:rPr lang="tr-TR" sz="2100" kern="1200" err="1">
              <a:latin typeface="Century Gothic" panose="020B0502020202020204"/>
            </a:rPr>
            <a:t>constructordaki</a:t>
          </a:r>
          <a:r>
            <a:rPr lang="tr-TR" sz="2100" kern="1200">
              <a:latin typeface="Century Gothic" panose="020B0502020202020204"/>
            </a:rPr>
            <a:t> parametrelere başlangıç değeri atayabilmek için </a:t>
          </a:r>
          <a:r>
            <a:rPr lang="tr-TR" sz="2100" kern="1200" err="1">
              <a:latin typeface="Century Gothic" panose="020B0502020202020204"/>
            </a:rPr>
            <a:t>this</a:t>
          </a:r>
          <a:r>
            <a:rPr lang="tr-TR" sz="2100" kern="1200">
              <a:latin typeface="Century Gothic" panose="020B0502020202020204"/>
            </a:rPr>
            <a:t> </a:t>
          </a:r>
          <a:r>
            <a:rPr lang="tr-TR" sz="2100" kern="1200" err="1">
              <a:latin typeface="Century Gothic" panose="020B0502020202020204"/>
            </a:rPr>
            <a:t>methodunu</a:t>
          </a:r>
          <a:r>
            <a:rPr lang="tr-TR" sz="2100" kern="1200">
              <a:latin typeface="Century Gothic" panose="020B0502020202020204"/>
            </a:rPr>
            <a:t> kullandık.  </a:t>
          </a:r>
          <a:r>
            <a:rPr lang="tr-TR" sz="2100" kern="1200" err="1">
              <a:latin typeface="Century Gothic" panose="020B0502020202020204"/>
            </a:rPr>
            <a:t>Core</a:t>
          </a:r>
          <a:r>
            <a:rPr lang="tr-TR" sz="2100" kern="1200">
              <a:latin typeface="Century Gothic" panose="020B0502020202020204"/>
            </a:rPr>
            <a:t> katmanında birden fazla yapıcı metot oluşturduk ki kullanıcı hangi dönüş tipini istiyorsa o </a:t>
          </a:r>
          <a:r>
            <a:rPr lang="tr-TR" sz="2100" kern="1200" err="1">
              <a:latin typeface="Century Gothic" panose="020B0502020202020204"/>
            </a:rPr>
            <a:t>constructor</a:t>
          </a:r>
          <a:r>
            <a:rPr lang="tr-TR" sz="2100" kern="1200">
              <a:latin typeface="Century Gothic" panose="020B0502020202020204"/>
            </a:rPr>
            <a:t> çalışsın ve onun değerleri atansın.</a:t>
          </a:r>
        </a:p>
      </dsp:txBody>
      <dsp:txXfrm>
        <a:off x="5667765" y="219636"/>
        <a:ext cx="5151313" cy="30907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rtlCol="0" anchor="b">
            <a:normAutofit/>
          </a:bodyPr>
          <a:lstStyle>
            <a:lvl1pPr algn="l">
              <a:defRPr sz="6000"/>
            </a:lvl1pPr>
          </a:lstStyle>
          <a:p>
            <a:pPr rtl="0"/>
            <a:r>
              <a:rPr lang="tr"/>
              <a:t>Asıl başlık stilini düzenlemek için tıklayın</a:t>
            </a:r>
            <a:endParaRPr lang="en-US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 rtlCol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tr"/>
              <a:t>Asıl alt başlık stilini düzenlemek için tıklatın</a:t>
            </a:r>
            <a:endParaRPr lang="en-US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 rtlCol="0"/>
          <a:lstStyle/>
          <a:p>
            <a:pPr rtl="0"/>
            <a:fld id="{48A87A34-81AB-432B-8DAE-1953F412C126}" type="datetimeFigureOut">
              <a:rPr lang="en-US" dirty="0"/>
              <a:t>6/5/2024</a:t>
            </a:fld>
            <a:endParaRPr lang="en-US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tr"/>
              <a:t>Asıl metin stillerini düzenlemek için tıklayın</a:t>
            </a:r>
          </a:p>
          <a:p>
            <a:pPr lvl="1" rtl="0"/>
            <a:r>
              <a:rPr lang="tr"/>
              <a:t>İkinci düzey</a:t>
            </a:r>
          </a:p>
          <a:p>
            <a:pPr lvl="2" rtl="0"/>
            <a:r>
              <a:rPr lang="tr"/>
              <a:t>Üçüncü düzey</a:t>
            </a:r>
          </a:p>
          <a:p>
            <a:pPr lvl="3" rtl="0"/>
            <a:r>
              <a:rPr lang="tr"/>
              <a:t>Dördüncü düzey</a:t>
            </a:r>
          </a:p>
          <a:p>
            <a:pPr lvl="4" rtl="0"/>
            <a:r>
              <a:rPr lang="tr"/>
              <a:t>Beşinci düzey</a:t>
            </a:r>
            <a:endParaRPr lang="en-US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A87A34-81AB-432B-8DAE-1953F412C126}" type="datetimeFigureOut">
              <a:rPr lang="en-US" dirty="0"/>
              <a:t>6/5/2024</a:t>
            </a:fld>
            <a:endParaRPr lang="en-US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Resim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rtlCol="0" anchor="b">
            <a:normAutofit/>
          </a:bodyPr>
          <a:lstStyle>
            <a:lvl1pPr algn="r">
              <a:defRPr sz="4000"/>
            </a:lvl1pPr>
          </a:lstStyle>
          <a:p>
            <a:pPr rtl="0"/>
            <a:r>
              <a:rPr lang="tr"/>
              <a:t>Asıl başlık stilini düzenlemek için tıklayın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 rtlCol="0"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tr"/>
              <a:t>Asıl metin stillerini düzenlemek için tıklayın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 rtlCol="0"/>
          <a:lstStyle>
            <a:lvl1pPr algn="r">
              <a:defRPr/>
            </a:lvl1pPr>
          </a:lstStyle>
          <a:p>
            <a:pPr rtl="0"/>
            <a:fld id="{48A87A34-81AB-432B-8DAE-1953F412C126}" type="datetimeFigureOut">
              <a:rPr lang="en-US" dirty="0"/>
              <a:pPr rtl="0"/>
              <a:t>6/5/2024</a:t>
            </a:fld>
            <a:endParaRPr lang="en-US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 rtlCol="0"/>
          <a:lstStyle/>
          <a:p>
            <a:pPr lvl="0" rtl="0"/>
            <a:r>
              <a:rPr lang="tr"/>
              <a:t>Asıl metin stillerini düzenlemek için tıklayın</a:t>
            </a:r>
          </a:p>
          <a:p>
            <a:pPr lvl="1" rtl="0"/>
            <a:r>
              <a:rPr lang="tr"/>
              <a:t>İkinci düzey</a:t>
            </a:r>
          </a:p>
          <a:p>
            <a:pPr lvl="2" rtl="0"/>
            <a:r>
              <a:rPr lang="tr"/>
              <a:t>Üçüncü düzey</a:t>
            </a:r>
          </a:p>
          <a:p>
            <a:pPr lvl="3" rtl="0"/>
            <a:r>
              <a:rPr lang="tr"/>
              <a:t>Dördüncü düzey</a:t>
            </a:r>
          </a:p>
          <a:p>
            <a:pPr lvl="4" rtl="0"/>
            <a:r>
              <a:rPr lang="tr"/>
              <a:t>Beşinci düzey</a:t>
            </a:r>
            <a:endParaRPr lang="en-US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 rtlCol="0"/>
          <a:lstStyle/>
          <a:p>
            <a:pPr lvl="0" rtl="0"/>
            <a:r>
              <a:rPr lang="tr"/>
              <a:t>Asıl metin stillerini düzenlemek için tıklayın</a:t>
            </a:r>
          </a:p>
          <a:p>
            <a:pPr lvl="1" rtl="0"/>
            <a:r>
              <a:rPr lang="tr"/>
              <a:t>İkinci düzey</a:t>
            </a:r>
          </a:p>
          <a:p>
            <a:pPr lvl="2" rtl="0"/>
            <a:r>
              <a:rPr lang="tr"/>
              <a:t>Üçüncü düzey</a:t>
            </a:r>
          </a:p>
          <a:p>
            <a:pPr lvl="3" rtl="0"/>
            <a:r>
              <a:rPr lang="tr"/>
              <a:t>Dördüncü düzey</a:t>
            </a:r>
          </a:p>
          <a:p>
            <a:pPr lvl="4" rtl="0"/>
            <a:r>
              <a:rPr lang="tr"/>
              <a:t>Beşinci düzey</a:t>
            </a:r>
            <a:endParaRPr lang="en-US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A87A34-81AB-432B-8DAE-1953F412C126}" type="datetimeFigureOut">
              <a:rPr lang="en-US" dirty="0"/>
              <a:t>6/5/2024</a:t>
            </a:fld>
            <a:endParaRPr lang="en-US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 rtlCol="0"/>
          <a:lstStyle/>
          <a:p>
            <a:pPr rtl="0"/>
            <a:r>
              <a:rPr lang="tr"/>
              <a:t>Asıl başlık stilini düzenlemek için tıklayın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"/>
              <a:t>Asıl metin stillerini düzenlemek için tıklayın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 rtlCol="0"/>
          <a:lstStyle/>
          <a:p>
            <a:pPr lvl="0" rtl="0"/>
            <a:r>
              <a:rPr lang="tr"/>
              <a:t>Asıl metin stillerini düzenlemek için tıklayın</a:t>
            </a:r>
          </a:p>
          <a:p>
            <a:pPr lvl="1" rtl="0"/>
            <a:r>
              <a:rPr lang="tr"/>
              <a:t>İkinci düzey</a:t>
            </a:r>
          </a:p>
          <a:p>
            <a:pPr lvl="2" rtl="0"/>
            <a:r>
              <a:rPr lang="tr"/>
              <a:t>Üçüncü düzey</a:t>
            </a:r>
          </a:p>
          <a:p>
            <a:pPr lvl="3" rtl="0"/>
            <a:r>
              <a:rPr lang="tr"/>
              <a:t>Dördüncü düzey</a:t>
            </a:r>
          </a:p>
          <a:p>
            <a:pPr lvl="4" rtl="0"/>
            <a:r>
              <a:rPr lang="tr"/>
              <a:t>Beşinci düzey</a:t>
            </a:r>
            <a:endParaRPr lang="en-US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rtlCol="0"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"/>
              <a:t>Asıl metin stillerini düzenlemek için tıklayın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 rtlCol="0"/>
          <a:lstStyle/>
          <a:p>
            <a:pPr lvl="0" rtl="0"/>
            <a:r>
              <a:rPr lang="tr"/>
              <a:t>Asıl metin stillerini düzenlemek için tıklayın</a:t>
            </a:r>
          </a:p>
          <a:p>
            <a:pPr lvl="1" rtl="0"/>
            <a:r>
              <a:rPr lang="tr"/>
              <a:t>İkinci düzey</a:t>
            </a:r>
          </a:p>
          <a:p>
            <a:pPr lvl="2" rtl="0"/>
            <a:r>
              <a:rPr lang="tr"/>
              <a:t>Üçüncü düzey</a:t>
            </a:r>
          </a:p>
          <a:p>
            <a:pPr lvl="3" rtl="0"/>
            <a:r>
              <a:rPr lang="tr"/>
              <a:t>Dördüncü düzey</a:t>
            </a:r>
          </a:p>
          <a:p>
            <a:pPr lvl="4" rtl="0"/>
            <a:r>
              <a:rPr lang="tr"/>
              <a:t>Beşinci düzey</a:t>
            </a:r>
            <a:endParaRPr lang="en-US"/>
          </a:p>
        </p:txBody>
      </p:sp>
      <p:sp>
        <p:nvSpPr>
          <p:cNvPr id="7" name="Tarih Yer Tutucusu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A87A34-81AB-432B-8DAE-1953F412C126}" type="datetimeFigureOut">
              <a:rPr lang="en-US" dirty="0"/>
              <a:t>6/5/2024</a:t>
            </a:fld>
            <a:endParaRPr lang="en-US"/>
          </a:p>
        </p:txBody>
      </p:sp>
      <p:sp>
        <p:nvSpPr>
          <p:cNvPr id="8" name="Alt Bilgi Yer Tutucusu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"/>
              <a:t>Asıl başlık stilini düzenlemek için tıklayın</a:t>
            </a:r>
            <a:endParaRPr lang="en-US"/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A87A34-81AB-432B-8DAE-1953F412C126}" type="datetimeFigureOut">
              <a:rPr lang="en-US" dirty="0"/>
              <a:t>6/5/2024</a:t>
            </a:fld>
            <a:endParaRPr lang="en-US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A87A34-81AB-432B-8DAE-1953F412C126}" type="datetimeFigureOut">
              <a:rPr lang="en-US" dirty="0"/>
              <a:t>6/5/2024</a:t>
            </a:fld>
            <a:endParaRPr lang="en-US"/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rtlCol="0" anchor="b"/>
          <a:lstStyle>
            <a:lvl1pPr algn="l">
              <a:defRPr sz="3200"/>
            </a:lvl1pPr>
          </a:lstStyle>
          <a:p>
            <a:pPr rtl="0"/>
            <a:r>
              <a:rPr lang="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rtlCol="0" anchor="ctr"/>
          <a:lstStyle/>
          <a:p>
            <a:pPr lvl="0" rtl="0"/>
            <a:r>
              <a:rPr lang="tr"/>
              <a:t>Asıl metin stillerini düzenlemek için tıklayın</a:t>
            </a:r>
          </a:p>
          <a:p>
            <a:pPr lvl="1" rtl="0"/>
            <a:r>
              <a:rPr lang="tr"/>
              <a:t>İkinci düzey</a:t>
            </a:r>
          </a:p>
          <a:p>
            <a:pPr lvl="2" rtl="0"/>
            <a:r>
              <a:rPr lang="tr"/>
              <a:t>Üçüncü düzey</a:t>
            </a:r>
          </a:p>
          <a:p>
            <a:pPr lvl="3" rtl="0"/>
            <a:r>
              <a:rPr lang="tr"/>
              <a:t>Dördüncü düzey</a:t>
            </a:r>
          </a:p>
          <a:p>
            <a:pPr lvl="4" rtl="0"/>
            <a:r>
              <a:rPr lang="tr"/>
              <a:t>Beşinci düzey</a:t>
            </a:r>
            <a:endParaRPr lang="en-US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tr"/>
              <a:t>Asıl metin stillerini düzenlemek için tıklayın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A87A34-81AB-432B-8DAE-1953F412C126}" type="datetimeFigureOut">
              <a:rPr lang="en-US" dirty="0"/>
              <a:t>6/5/2024</a:t>
            </a:fld>
            <a:endParaRPr lang="en-US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rtlCol="0" anchor="b"/>
          <a:lstStyle>
            <a:lvl1pPr algn="l">
              <a:defRPr sz="3200"/>
            </a:lvl1pPr>
          </a:lstStyle>
          <a:p>
            <a:pPr rtl="0"/>
            <a:r>
              <a:rPr lang="tr"/>
              <a:t>Asıl başlık stilini düzenlemek için tıklayın</a:t>
            </a:r>
            <a:endParaRPr lang="en-US"/>
          </a:p>
        </p:txBody>
      </p:sp>
      <p:sp>
        <p:nvSpPr>
          <p:cNvPr id="3" name="Resim Yer Tutucusu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tr"/>
              <a:t>Resim eklemek için simgeye tıklayın</a:t>
            </a:r>
            <a:endParaRPr lang="en-US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tr"/>
              <a:t>Asıl metin stillerini düzenlemek için tıklayın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A87A34-81AB-432B-8DAE-1953F412C126}" type="datetimeFigureOut">
              <a:rPr lang="en-US" dirty="0"/>
              <a:t>6/5/2024</a:t>
            </a:fld>
            <a:endParaRPr lang="en-US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sı İçeren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rtlCol="0" anchor="b"/>
          <a:lstStyle>
            <a:lvl1pPr algn="l">
              <a:defRPr sz="3200"/>
            </a:lvl1pPr>
          </a:lstStyle>
          <a:p>
            <a:pPr rtl="0"/>
            <a:r>
              <a:rPr lang="tr"/>
              <a:t>Asıl başlık stilini düzenlemek için tıklayın</a:t>
            </a:r>
            <a:endParaRPr lang="en-US"/>
          </a:p>
        </p:txBody>
      </p:sp>
      <p:sp>
        <p:nvSpPr>
          <p:cNvPr id="3" name="Resim Yer Tutucusu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tr"/>
              <a:t>Resim eklemek için simgeye tıklayın</a:t>
            </a:r>
            <a:endParaRPr lang="en-US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 rtlCol="0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tr"/>
              <a:t>Asıl metin stillerini düzenlemek için tıklayın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A87A34-81AB-432B-8DAE-1953F412C126}" type="datetimeFigureOut">
              <a:rPr lang="en-US" dirty="0"/>
              <a:t>6/5/2024</a:t>
            </a:fld>
            <a:endParaRPr lang="en-US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rtlCol="0" anchor="ctr"/>
          <a:lstStyle>
            <a:lvl1pPr algn="l">
              <a:defRPr sz="3200"/>
            </a:lvl1pPr>
          </a:lstStyle>
          <a:p>
            <a:pPr rtl="0"/>
            <a:r>
              <a:rPr lang="tr"/>
              <a:t>Asıl başlık stilini düzenlemek için tıklayın</a:t>
            </a:r>
            <a:endParaRPr lang="en-US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rtlCol="0"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tr"/>
              <a:t>Asıl metin stillerini düzenlemek için tıklayın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 rtlCol="0"/>
          <a:lstStyle>
            <a:lvl1pPr algn="r">
              <a:defRPr/>
            </a:lvl1pPr>
          </a:lstStyle>
          <a:p>
            <a:pPr rtl="0"/>
            <a:fld id="{48A87A34-81AB-432B-8DAE-1953F412C126}" type="datetimeFigureOut">
              <a:rPr lang="en-US" dirty="0"/>
              <a:pPr rtl="0"/>
              <a:t>6/5/2024</a:t>
            </a:fld>
            <a:endParaRPr lang="en-US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Resim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rtlCol="0" anchor="ctr"/>
          <a:lstStyle>
            <a:lvl1pPr algn="l">
              <a:defRPr sz="3200"/>
            </a:lvl1pPr>
          </a:lstStyle>
          <a:p>
            <a:pPr rtl="0"/>
            <a:r>
              <a:rPr lang="tr"/>
              <a:t>Asıl başlık stilini düzenlemek için tıklayın</a:t>
            </a:r>
            <a:endParaRPr lang="en-US"/>
          </a:p>
        </p:txBody>
      </p:sp>
      <p:sp>
        <p:nvSpPr>
          <p:cNvPr id="12" name="Metin Yer Tutucusu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tr"/>
              <a:t>Asıl metin stillerini düzenlemek için tıklayın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rtlCol="0"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tr"/>
              <a:t>Asıl metin stillerini düzenlemek için tıklayın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 rtlCol="0"/>
          <a:lstStyle>
            <a:lvl1pPr algn="r">
              <a:defRPr/>
            </a:lvl1pPr>
          </a:lstStyle>
          <a:p>
            <a:pPr rtl="0"/>
            <a:fld id="{48A87A34-81AB-432B-8DAE-1953F412C126}" type="datetimeFigureOut">
              <a:rPr lang="en-US" dirty="0"/>
              <a:pPr rtl="0"/>
              <a:t>6/5/2024</a:t>
            </a:fld>
            <a:endParaRPr lang="en-US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9" name="Metin Kutusu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tr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Metin Kutusu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tr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d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Resim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rtlCol="0" anchor="b"/>
          <a:lstStyle>
            <a:lvl1pPr algn="l">
              <a:defRPr sz="3200"/>
            </a:lvl1pPr>
          </a:lstStyle>
          <a:p>
            <a:pPr rtl="0"/>
            <a:r>
              <a:rPr lang="tr"/>
              <a:t>Asıl başlık stilini düzenlemek için tıklayın</a:t>
            </a:r>
            <a:endParaRPr lang="en-US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rtlCol="0"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tr"/>
              <a:t>Asıl metin stillerini düzenlemek için tıklayın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 rtlCol="0"/>
          <a:lstStyle>
            <a:lvl1pPr algn="r">
              <a:defRPr/>
            </a:lvl1pPr>
          </a:lstStyle>
          <a:p>
            <a:pPr rtl="0"/>
            <a:fld id="{48A87A34-81AB-432B-8DAE-1953F412C126}" type="datetimeFigureOut">
              <a:rPr lang="en-US" dirty="0"/>
              <a:pPr rtl="0"/>
              <a:t>6/5/2024</a:t>
            </a:fld>
            <a:endParaRPr lang="en-US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aşlık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 rtlCol="0"/>
          <a:lstStyle/>
          <a:p>
            <a:pPr rtl="0"/>
            <a:r>
              <a:rPr lang="tr"/>
              <a:t>Asıl başlık stilini düzenlemek için tıklayın</a:t>
            </a:r>
            <a:endParaRPr lang="en-US"/>
          </a:p>
        </p:txBody>
      </p:sp>
      <p:sp>
        <p:nvSpPr>
          <p:cNvPr id="7" name="Metin Yer Tutucusu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"/>
              <a:t>Asıl metin stillerini düzenlemek için tıklayın</a:t>
            </a:r>
          </a:p>
        </p:txBody>
      </p:sp>
      <p:sp>
        <p:nvSpPr>
          <p:cNvPr id="8" name="Metin Yer Tutucusu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tr"/>
              <a:t>Asıl metin stillerini düzenlemek için tıklayın</a:t>
            </a:r>
          </a:p>
        </p:txBody>
      </p:sp>
      <p:sp>
        <p:nvSpPr>
          <p:cNvPr id="9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"/>
              <a:t>Asıl metin stillerini düzenlemek için tıklayın</a:t>
            </a:r>
          </a:p>
        </p:txBody>
      </p:sp>
      <p:sp>
        <p:nvSpPr>
          <p:cNvPr id="10" name="Metin Yer Tutucusu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tr"/>
              <a:t>Asıl metin stillerini düzenlemek için tıklayın</a:t>
            </a:r>
          </a:p>
        </p:txBody>
      </p:sp>
      <p:sp>
        <p:nvSpPr>
          <p:cNvPr id="11" name="Metin Yer Tutucusu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"/>
              <a:t>Asıl metin stillerini düzenlemek için tıklayın</a:t>
            </a:r>
          </a:p>
        </p:txBody>
      </p:sp>
      <p:sp>
        <p:nvSpPr>
          <p:cNvPr id="12" name="Metin Yer Tutucusu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tr"/>
              <a:t>Asıl metin stillerini düzenlemek için tıklayın</a:t>
            </a:r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A87A34-81AB-432B-8DAE-1953F412C126}" type="datetimeFigureOut">
              <a:rPr lang="en-US" dirty="0"/>
              <a:t>6/5/2024</a:t>
            </a:fld>
            <a:endParaRPr lang="en-US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aşlık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 rtlCol="0"/>
          <a:lstStyle/>
          <a:p>
            <a:pPr rtl="0"/>
            <a:r>
              <a:rPr lang="tr"/>
              <a:t>Asıl başlık stilini düzenlemek için tıklayın</a:t>
            </a:r>
            <a:endParaRPr lang="en-US"/>
          </a:p>
        </p:txBody>
      </p:sp>
      <p:sp>
        <p:nvSpPr>
          <p:cNvPr id="19" name="Metin Yer Tutucusu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"/>
              <a:t>Asıl metin stillerini düzenlemek için tıklayın</a:t>
            </a:r>
          </a:p>
        </p:txBody>
      </p:sp>
      <p:sp>
        <p:nvSpPr>
          <p:cNvPr id="20" name="Resim Yer Tutucusu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tr"/>
              <a:t>Resim eklemek için simgeye tıklayın</a:t>
            </a:r>
            <a:endParaRPr lang="en-US"/>
          </a:p>
        </p:txBody>
      </p:sp>
      <p:sp>
        <p:nvSpPr>
          <p:cNvPr id="21" name="Metin Yer Tutucusu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tr"/>
              <a:t>Asıl metin stillerini düzenlemek için tıklayın</a:t>
            </a:r>
          </a:p>
        </p:txBody>
      </p:sp>
      <p:sp>
        <p:nvSpPr>
          <p:cNvPr id="22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"/>
              <a:t>Asıl metin stillerini düzenlemek için tıklayın</a:t>
            </a:r>
          </a:p>
        </p:txBody>
      </p:sp>
      <p:sp>
        <p:nvSpPr>
          <p:cNvPr id="23" name="Resim Yer Tutucusu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tr"/>
              <a:t>Resim eklemek için simgeye tıklayın</a:t>
            </a:r>
            <a:endParaRPr lang="en-US"/>
          </a:p>
        </p:txBody>
      </p:sp>
      <p:sp>
        <p:nvSpPr>
          <p:cNvPr id="24" name="Metin Yer Tutucusu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tr"/>
              <a:t>Asıl metin stillerini düzenlemek için tıklayın</a:t>
            </a:r>
          </a:p>
        </p:txBody>
      </p:sp>
      <p:sp>
        <p:nvSpPr>
          <p:cNvPr id="25" name="Metin Yer Tutucusu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tr"/>
              <a:t>Asıl metin stillerini düzenlemek için tıklayın</a:t>
            </a:r>
          </a:p>
        </p:txBody>
      </p:sp>
      <p:sp>
        <p:nvSpPr>
          <p:cNvPr id="26" name="Resim Yer Tutucusu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tr"/>
              <a:t>Resim eklemek için simgeye tıklayın</a:t>
            </a:r>
            <a:endParaRPr lang="en-US"/>
          </a:p>
        </p:txBody>
      </p:sp>
      <p:sp>
        <p:nvSpPr>
          <p:cNvPr id="27" name="Metin Yer Tutucusu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tr"/>
              <a:t>Asıl metin stillerini düzenlemek için tıklayın</a:t>
            </a:r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A87A34-81AB-432B-8DAE-1953F412C126}" type="datetimeFigureOut">
              <a:rPr lang="en-US" dirty="0"/>
              <a:t>6/5/2024</a:t>
            </a:fld>
            <a:endParaRPr lang="en-US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 rtlCol="0"/>
          <a:lstStyle/>
          <a:p>
            <a:pPr lvl="0" rtl="0"/>
            <a:r>
              <a:rPr lang="tr"/>
              <a:t>Asıl metin stillerini düzenlemek için tıklayın</a:t>
            </a:r>
          </a:p>
          <a:p>
            <a:pPr lvl="1" rtl="0"/>
            <a:r>
              <a:rPr lang="tr"/>
              <a:t>İkinci düzey</a:t>
            </a:r>
          </a:p>
          <a:p>
            <a:pPr lvl="2" rtl="0"/>
            <a:r>
              <a:rPr lang="tr"/>
              <a:t>Üçüncü düzey</a:t>
            </a:r>
          </a:p>
          <a:p>
            <a:pPr lvl="3" rtl="0"/>
            <a:r>
              <a:rPr lang="tr"/>
              <a:t>Dördüncü düzey</a:t>
            </a:r>
          </a:p>
          <a:p>
            <a:pPr lvl="4" rtl="0"/>
            <a:r>
              <a:rPr lang="tr"/>
              <a:t>Beşinci düzey</a:t>
            </a:r>
            <a:endParaRPr lang="en-US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A87A34-81AB-432B-8DAE-1953F412C126}" type="datetimeFigureOut">
              <a:rPr lang="en-US" dirty="0"/>
              <a:t>6/5/2024</a:t>
            </a:fld>
            <a:endParaRPr lang="en-US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 rtlCol="0"/>
          <a:lstStyle/>
          <a:p>
            <a:pPr lvl="0" rtl="0"/>
            <a:r>
              <a:rPr lang="tr"/>
              <a:t>Asıl metin stillerini düzenlemek için tıklayın</a:t>
            </a:r>
          </a:p>
          <a:p>
            <a:pPr lvl="1" rtl="0"/>
            <a:r>
              <a:rPr lang="tr"/>
              <a:t>İkinci düzey</a:t>
            </a:r>
          </a:p>
          <a:p>
            <a:pPr lvl="2" rtl="0"/>
            <a:r>
              <a:rPr lang="tr"/>
              <a:t>Üçüncü düzey</a:t>
            </a:r>
          </a:p>
          <a:p>
            <a:pPr lvl="3" rtl="0"/>
            <a:r>
              <a:rPr lang="tr"/>
              <a:t>Dördüncü düzey</a:t>
            </a:r>
          </a:p>
          <a:p>
            <a:pPr lvl="4" rtl="0"/>
            <a:r>
              <a:rPr lang="tr"/>
              <a:t>Beşinci düzey</a:t>
            </a:r>
            <a:endParaRPr lang="en-US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 rtlCol="0"/>
          <a:lstStyle>
            <a:lvl1pPr algn="r">
              <a:defRPr/>
            </a:lvl1pPr>
          </a:lstStyle>
          <a:p>
            <a:pPr rtl="0"/>
            <a:fld id="{48A87A34-81AB-432B-8DAE-1953F412C126}" type="datetimeFigureOut">
              <a:rPr lang="en-US" dirty="0"/>
              <a:pPr rtl="0"/>
              <a:t>6/5/2024</a:t>
            </a:fld>
            <a:endParaRPr lang="en-US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1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tr"/>
              <a:t>Asıl başlık stilini düzenlemek için tıklayın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tr"/>
              <a:t>Asıl metin stillerini düzenlemek için tıklayın</a:t>
            </a:r>
          </a:p>
          <a:p>
            <a:pPr lvl="1" rtl="0"/>
            <a:r>
              <a:rPr lang="tr"/>
              <a:t>İkinci düzey</a:t>
            </a:r>
          </a:p>
          <a:p>
            <a:pPr lvl="2" rtl="0"/>
            <a:r>
              <a:rPr lang="tr"/>
              <a:t>Üçüncü düzey</a:t>
            </a:r>
          </a:p>
          <a:p>
            <a:pPr lvl="3" rtl="0"/>
            <a:r>
              <a:rPr lang="tr"/>
              <a:t>Dördüncü düzey</a:t>
            </a:r>
          </a:p>
          <a:p>
            <a:pPr lvl="4" rtl="0"/>
            <a:r>
              <a:rPr lang="tr"/>
              <a:t>Beşinci düzey</a:t>
            </a:r>
            <a:endParaRPr lang="en-US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48A87A34-81AB-432B-8DAE-1953F412C126}" type="datetimeFigureOut">
              <a:rPr lang="en-US" dirty="0"/>
              <a:pPr rtl="0"/>
              <a:t>6/5/2024</a:t>
            </a:fld>
            <a:endParaRPr lang="en-US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en-US" dirty="0"/>
              <a:pPr rtl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 /><Relationship Id="rId2" Type="http://schemas.openxmlformats.org/officeDocument/2006/relationships/diagramData" Target="../diagrams/data1.xml" /><Relationship Id="rId1" Type="http://schemas.openxmlformats.org/officeDocument/2006/relationships/slideLayout" Target="../slideLayouts/slideLayout6.xml" /><Relationship Id="rId6" Type="http://schemas.microsoft.com/office/2007/relationships/diagramDrawing" Target="../diagrams/drawing1.xml" /><Relationship Id="rId5" Type="http://schemas.openxmlformats.org/officeDocument/2006/relationships/diagramColors" Target="../diagrams/colors1.xml" /><Relationship Id="rId4" Type="http://schemas.openxmlformats.org/officeDocument/2006/relationships/diagramQuickStyle" Target="../diagrams/quickStyle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 /><Relationship Id="rId2" Type="http://schemas.openxmlformats.org/officeDocument/2006/relationships/diagramData" Target="../diagrams/data2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2.xml" /><Relationship Id="rId5" Type="http://schemas.openxmlformats.org/officeDocument/2006/relationships/diagramColors" Target="../diagrams/colors2.xml" /><Relationship Id="rId4" Type="http://schemas.openxmlformats.org/officeDocument/2006/relationships/diagramQuickStyle" Target="../diagrams/quickStyle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 /><Relationship Id="rId2" Type="http://schemas.openxmlformats.org/officeDocument/2006/relationships/diagramData" Target="../diagrams/data3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3.xml" /><Relationship Id="rId5" Type="http://schemas.openxmlformats.org/officeDocument/2006/relationships/diagramColors" Target="../diagrams/colors3.xml" /><Relationship Id="rId4" Type="http://schemas.openxmlformats.org/officeDocument/2006/relationships/diagramQuickStyle" Target="../diagrams/quickStyle3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 /><Relationship Id="rId2" Type="http://schemas.openxmlformats.org/officeDocument/2006/relationships/diagramData" Target="../diagrams/data4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4.xml" /><Relationship Id="rId5" Type="http://schemas.openxmlformats.org/officeDocument/2006/relationships/diagramColors" Target="../diagrams/colors4.xml" /><Relationship Id="rId4" Type="http://schemas.openxmlformats.org/officeDocument/2006/relationships/diagramQuickStyle" Target="../diagrams/quickStyle4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 /><Relationship Id="rId2" Type="http://schemas.openxmlformats.org/officeDocument/2006/relationships/diagramData" Target="../diagrams/data5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5.xml" /><Relationship Id="rId5" Type="http://schemas.openxmlformats.org/officeDocument/2006/relationships/diagramColors" Target="../diagrams/colors5.xml" /><Relationship Id="rId4" Type="http://schemas.openxmlformats.org/officeDocument/2006/relationships/diagramQuickStyle" Target="../diagrams/quickStyle5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6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 /><Relationship Id="rId2" Type="http://schemas.openxmlformats.org/officeDocument/2006/relationships/diagramData" Target="../diagrams/data6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6.xml" /><Relationship Id="rId5" Type="http://schemas.openxmlformats.org/officeDocument/2006/relationships/diagramColors" Target="../diagrams/colors6.xml" /><Relationship Id="rId4" Type="http://schemas.openxmlformats.org/officeDocument/2006/relationships/diagramQuickStyle" Target="../diagrams/quickStyle6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4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 /><Relationship Id="rId2" Type="http://schemas.openxmlformats.org/officeDocument/2006/relationships/diagramData" Target="../diagrams/data7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7.xml" /><Relationship Id="rId5" Type="http://schemas.openxmlformats.org/officeDocument/2006/relationships/diagramColors" Target="../diagrams/colors7.xml" /><Relationship Id="rId4" Type="http://schemas.openxmlformats.org/officeDocument/2006/relationships/diagramQuickStyle" Target="../diagrams/quickStyle7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4.xml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4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4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4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otoğraf : Hırvatistan, erken, sabah, kırmızı, Eski araba, Motorlu araç ...">
            <a:extLst>
              <a:ext uri="{FF2B5EF4-FFF2-40B4-BE49-F238E27FC236}">
                <a16:creationId xmlns:a16="http://schemas.microsoft.com/office/drawing/2014/main" id="{BDDD2913-0F7A-5192-1E6C-0065D94ACD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371600" y="2237173"/>
            <a:ext cx="9448800" cy="2602062"/>
          </a:xfrm>
        </p:spPr>
        <p:txBody>
          <a:bodyPr rtlCol="0">
            <a:normAutofit/>
          </a:bodyPr>
          <a:lstStyle/>
          <a:p>
            <a:r>
              <a:rPr lang="en-US">
                <a:latin typeface="Times New Roman"/>
                <a:cs typeface="Times New Roman"/>
              </a:rPr>
              <a:t>ARAÇ KİRALAMA SİTESİ</a:t>
            </a:r>
          </a:p>
        </p:txBody>
      </p:sp>
    </p:spTree>
    <p:extLst>
      <p:ext uri="{BB962C8B-B14F-4D97-AF65-F5344CB8AC3E}">
        <p14:creationId xmlns:p14="http://schemas.microsoft.com/office/powerpoint/2010/main" val="3402371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5C1E0-C1F7-0A88-D78F-637CBD070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512" y="1150196"/>
            <a:ext cx="10819435" cy="1293028"/>
          </a:xfrm>
        </p:spPr>
        <p:txBody>
          <a:bodyPr/>
          <a:lstStyle/>
          <a:p>
            <a:pPr algn="ctr"/>
            <a:r>
              <a:rPr lang="tr-TR">
                <a:solidFill>
                  <a:srgbClr val="FFFFFF"/>
                </a:solidFill>
                <a:latin typeface="Times New Roman"/>
                <a:cs typeface="Times New Roman"/>
              </a:rPr>
              <a:t>Neden araç kiralama sitesine ihtiyacımız vardır</a:t>
            </a:r>
            <a:endParaRPr lang="en-US"/>
          </a:p>
          <a:p>
            <a:endParaRPr lang="en-US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2354C846-4323-A78A-B698-9AFBB2F37E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721450"/>
              </p:ext>
            </p:extLst>
          </p:nvPr>
        </p:nvGraphicFramePr>
        <p:xfrm>
          <a:off x="685800" y="2441051"/>
          <a:ext cx="108204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6098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A0BE05C-DF8D-413F-98A9-FAAB649B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662" y="764373"/>
            <a:ext cx="10814538" cy="1293028"/>
          </a:xfrm>
        </p:spPr>
        <p:txBody>
          <a:bodyPr>
            <a:normAutofit/>
          </a:bodyPr>
          <a:lstStyle/>
          <a:p>
            <a:pPr algn="ctr"/>
            <a:r>
              <a:rPr lang="tr-TR"/>
              <a:t>Neden araç kiralama sitesine ihtiyacımız vardır</a:t>
            </a:r>
            <a:endParaRPr lang="en-US"/>
          </a:p>
        </p:txBody>
      </p:sp>
      <p:graphicFrame>
        <p:nvGraphicFramePr>
          <p:cNvPr id="17" name="İçerik Yer Tutucusu 2">
            <a:extLst>
              <a:ext uri="{FF2B5EF4-FFF2-40B4-BE49-F238E27FC236}">
                <a16:creationId xmlns:a16="http://schemas.microsoft.com/office/drawing/2014/main" id="{8FC6CCD1-6BC4-F2B5-6197-2CC612C911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7570811"/>
              </p:ext>
            </p:extLst>
          </p:nvPr>
        </p:nvGraphicFramePr>
        <p:xfrm>
          <a:off x="685800" y="2441051"/>
          <a:ext cx="108204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3250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A0BE05C-DF8D-413F-98A9-FAAB649B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663" y="764373"/>
            <a:ext cx="10814537" cy="1293028"/>
          </a:xfrm>
        </p:spPr>
        <p:txBody>
          <a:bodyPr>
            <a:normAutofit/>
          </a:bodyPr>
          <a:lstStyle/>
          <a:p>
            <a:pPr algn="ctr"/>
            <a:r>
              <a:rPr lang="tr-TR"/>
              <a:t>Neden araç kiralama sitesine ihtiyacımız vardır</a:t>
            </a:r>
            <a:endParaRPr lang="en-US"/>
          </a:p>
        </p:txBody>
      </p:sp>
      <p:graphicFrame>
        <p:nvGraphicFramePr>
          <p:cNvPr id="15" name="İçerik Yer Tutucusu 2">
            <a:extLst>
              <a:ext uri="{FF2B5EF4-FFF2-40B4-BE49-F238E27FC236}">
                <a16:creationId xmlns:a16="http://schemas.microsoft.com/office/drawing/2014/main" id="{EAFF4D30-3616-F7A1-47BD-66CB13D29C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307920"/>
              </p:ext>
            </p:extLst>
          </p:nvPr>
        </p:nvGraphicFramePr>
        <p:xfrm>
          <a:off x="685800" y="2441051"/>
          <a:ext cx="108204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4382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A0BE05C-DF8D-413F-98A9-FAAB649B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662" y="764373"/>
            <a:ext cx="10814538" cy="1293028"/>
          </a:xfrm>
        </p:spPr>
        <p:txBody>
          <a:bodyPr>
            <a:normAutofit/>
          </a:bodyPr>
          <a:lstStyle/>
          <a:p>
            <a:pPr algn="ctr"/>
            <a:r>
              <a:rPr lang="tr-TR"/>
              <a:t>Neden araç kiralama sitesine ihtiyacımız vardır</a:t>
            </a:r>
            <a:endParaRPr lang="en-US"/>
          </a:p>
        </p:txBody>
      </p:sp>
      <p:graphicFrame>
        <p:nvGraphicFramePr>
          <p:cNvPr id="15" name="İçerik Yer Tutucusu 2">
            <a:extLst>
              <a:ext uri="{FF2B5EF4-FFF2-40B4-BE49-F238E27FC236}">
                <a16:creationId xmlns:a16="http://schemas.microsoft.com/office/drawing/2014/main" id="{38B071D0-4A05-899A-1481-237D42B942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7472715"/>
              </p:ext>
            </p:extLst>
          </p:nvPr>
        </p:nvGraphicFramePr>
        <p:xfrm>
          <a:off x="685800" y="2441051"/>
          <a:ext cx="108204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6536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49E3FD9-2BB1-E760-7067-91614C92D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662" y="764373"/>
            <a:ext cx="10814538" cy="1293028"/>
          </a:xfrm>
        </p:spPr>
        <p:txBody>
          <a:bodyPr>
            <a:normAutofit/>
          </a:bodyPr>
          <a:lstStyle/>
          <a:p>
            <a:pPr algn="ctr"/>
            <a:r>
              <a:rPr lang="tr-TR" b="1">
                <a:latin typeface="Times New Roman"/>
                <a:cs typeface="Times New Roman"/>
              </a:rPr>
              <a:t> </a:t>
            </a:r>
            <a:r>
              <a:rPr lang="tr-TR">
                <a:latin typeface="Times New Roman"/>
                <a:cs typeface="Times New Roman"/>
              </a:rPr>
              <a:t>Kullanılan</a:t>
            </a:r>
            <a:r>
              <a:rPr lang="tr-TR" b="1">
                <a:latin typeface="Times New Roman"/>
                <a:cs typeface="Times New Roman"/>
              </a:rPr>
              <a:t> </a:t>
            </a:r>
            <a:r>
              <a:rPr lang="tr-TR">
                <a:latin typeface="Times New Roman"/>
                <a:cs typeface="Times New Roman"/>
              </a:rPr>
              <a:t>Teknolojiler</a:t>
            </a:r>
            <a:endParaRPr lang="en-US"/>
          </a:p>
        </p:txBody>
      </p:sp>
      <p:graphicFrame>
        <p:nvGraphicFramePr>
          <p:cNvPr id="31" name="İçerik Yer Tutucusu 2">
            <a:extLst>
              <a:ext uri="{FF2B5EF4-FFF2-40B4-BE49-F238E27FC236}">
                <a16:creationId xmlns:a16="http://schemas.microsoft.com/office/drawing/2014/main" id="{64216EE0-4376-B031-D239-E5BE0632D6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4326237"/>
              </p:ext>
            </p:extLst>
          </p:nvPr>
        </p:nvGraphicFramePr>
        <p:xfrm>
          <a:off x="685800" y="2441051"/>
          <a:ext cx="108204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2829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14">
            <a:extLst>
              <a:ext uri="{FF2B5EF4-FFF2-40B4-BE49-F238E27FC236}">
                <a16:creationId xmlns:a16="http://schemas.microsoft.com/office/drawing/2014/main" id="{637BD688-14A6-4B96-B8A2-3CD81C054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1" name="Rectangle 9">
            <a:extLst>
              <a:ext uri="{FF2B5EF4-FFF2-40B4-BE49-F238E27FC236}">
                <a16:creationId xmlns:a16="http://schemas.microsoft.com/office/drawing/2014/main" id="{B7B2544F-CA5E-40F6-9525-716A90C8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3" name="Picture 11">
            <a:extLst>
              <a:ext uri="{FF2B5EF4-FFF2-40B4-BE49-F238E27FC236}">
                <a16:creationId xmlns:a16="http://schemas.microsoft.com/office/drawing/2014/main" id="{D2B93162-635C-46F5-97EC-E98C1659F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072AFC48-DFD4-A0FB-7734-8EAACB70C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2" y="987287"/>
            <a:ext cx="3548269" cy="4697896"/>
          </a:xfrm>
        </p:spPr>
        <p:txBody>
          <a:bodyPr>
            <a:normAutofit/>
          </a:bodyPr>
          <a:lstStyle/>
          <a:p>
            <a:pPr algn="ctr"/>
            <a:r>
              <a:rPr lang="tr-TR">
                <a:latin typeface="Times New Roman"/>
                <a:cs typeface="Times New Roman"/>
              </a:rPr>
              <a:t>PROJE MİMARİSİ</a:t>
            </a:r>
            <a:endParaRPr lang="tr-TR"/>
          </a:p>
        </p:txBody>
      </p:sp>
      <p:pic>
        <p:nvPicPr>
          <p:cNvPr id="4" name="İçerik Yer Tutucusu 3" descr="metin, ekran görüntüsü, yazılım, multimedya yazılımı içeren bir resim&#10;&#10;Açıklama otomatik olarak oluşturuldu">
            <a:extLst>
              <a:ext uri="{FF2B5EF4-FFF2-40B4-BE49-F238E27FC236}">
                <a16:creationId xmlns:a16="http://schemas.microsoft.com/office/drawing/2014/main" id="{49C55D69-F1AD-9FDD-B0BA-EAE2219D15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30825" y="-949"/>
            <a:ext cx="7564628" cy="6854477"/>
          </a:xfrm>
        </p:spPr>
      </p:pic>
    </p:spTree>
    <p:extLst>
      <p:ext uri="{BB962C8B-B14F-4D97-AF65-F5344CB8AC3E}">
        <p14:creationId xmlns:p14="http://schemas.microsoft.com/office/powerpoint/2010/main" val="2385030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14">
            <a:extLst>
              <a:ext uri="{FF2B5EF4-FFF2-40B4-BE49-F238E27FC236}">
                <a16:creationId xmlns:a16="http://schemas.microsoft.com/office/drawing/2014/main" id="{637BD688-14A6-4B96-B8A2-3CD81C054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B2544F-CA5E-40F6-9525-716A90C8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B93162-635C-46F5-97EC-E98C1659F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A1C25B0D-53EA-1E8C-519D-0DB7D7E87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2" y="987287"/>
            <a:ext cx="3548269" cy="4697896"/>
          </a:xfrm>
        </p:spPr>
        <p:txBody>
          <a:bodyPr>
            <a:normAutofit/>
          </a:bodyPr>
          <a:lstStyle/>
          <a:p>
            <a:pPr algn="ctr"/>
            <a:r>
              <a:rPr lang="tr-TR">
                <a:latin typeface="Times New Roman"/>
                <a:cs typeface="Times New Roman"/>
              </a:rPr>
              <a:t>PROJE MİMARİSİ KISIMLARI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4062057-89DB-8128-C042-324238F22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3410" y="354684"/>
            <a:ext cx="7193684" cy="625064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/>
            <a:r>
              <a:rPr lang="tr-TR" sz="2400" b="1">
                <a:solidFill>
                  <a:srgbClr val="FFFF00"/>
                </a:solidFill>
                <a:latin typeface="Times New Roman"/>
                <a:ea typeface="+mn-lt"/>
                <a:cs typeface="+mn-lt"/>
              </a:rPr>
              <a:t> </a:t>
            </a:r>
            <a:r>
              <a:rPr lang="tr-TR" sz="2400" b="1" err="1">
                <a:solidFill>
                  <a:srgbClr val="FFFF00"/>
                </a:solidFill>
                <a:latin typeface="Times New Roman"/>
                <a:ea typeface="+mn-lt"/>
                <a:cs typeface="+mn-lt"/>
              </a:rPr>
              <a:t>Entity</a:t>
            </a:r>
            <a:r>
              <a:rPr lang="tr-TR" sz="2400" b="1">
                <a:solidFill>
                  <a:srgbClr val="FFFF00"/>
                </a:solidFill>
                <a:latin typeface="Times New Roman"/>
                <a:ea typeface="+mn-lt"/>
                <a:cs typeface="+mn-lt"/>
              </a:rPr>
              <a:t> :</a:t>
            </a:r>
            <a:r>
              <a:rPr lang="tr-TR" sz="2400" b="1">
                <a:latin typeface="Times New Roman"/>
                <a:ea typeface="+mn-lt"/>
                <a:cs typeface="+mn-lt"/>
              </a:rPr>
              <a:t> </a:t>
            </a:r>
            <a:r>
              <a:rPr lang="tr-TR" sz="2400">
                <a:latin typeface="Times New Roman"/>
                <a:ea typeface="+mn-lt"/>
                <a:cs typeface="+mn-lt"/>
              </a:rPr>
              <a:t>Varlıkların oluşturulduğu katmandır. Projeye ait gerekli, </a:t>
            </a:r>
            <a:r>
              <a:rPr lang="tr-TR" sz="2400" err="1">
                <a:latin typeface="Times New Roman"/>
                <a:ea typeface="+mn-lt"/>
                <a:cs typeface="+mn-lt"/>
              </a:rPr>
              <a:t>veritabanında</a:t>
            </a:r>
            <a:r>
              <a:rPr lang="tr-TR" sz="2400">
                <a:latin typeface="Times New Roman"/>
                <a:ea typeface="+mn-lt"/>
                <a:cs typeface="+mn-lt"/>
              </a:rPr>
              <a:t> tablosu oluşturulacak tüm varlıklar burada tanımlanır.</a:t>
            </a:r>
            <a:endParaRPr lang="tr-TR" sz="2400">
              <a:latin typeface="Times New Roman"/>
              <a:cs typeface="Times New Roman"/>
            </a:endParaRPr>
          </a:p>
          <a:p>
            <a:r>
              <a:rPr lang="tr-TR" sz="2400" b="1">
                <a:solidFill>
                  <a:srgbClr val="FFFF00"/>
                </a:solidFill>
                <a:latin typeface="Times New Roman"/>
                <a:ea typeface="+mn-lt"/>
                <a:cs typeface="+mn-lt"/>
              </a:rPr>
              <a:t>Data Access :</a:t>
            </a:r>
            <a:r>
              <a:rPr lang="tr-TR" sz="2400">
                <a:latin typeface="Times New Roman"/>
                <a:ea typeface="+mn-lt"/>
                <a:cs typeface="+mn-lt"/>
              </a:rPr>
              <a:t> </a:t>
            </a:r>
            <a:r>
              <a:rPr lang="tr-TR" sz="2400" err="1">
                <a:latin typeface="Times New Roman"/>
                <a:ea typeface="+mn-lt"/>
                <a:cs typeface="+mn-lt"/>
              </a:rPr>
              <a:t>Veritabanı</a:t>
            </a:r>
            <a:r>
              <a:rPr lang="tr-TR" sz="2400">
                <a:latin typeface="Times New Roman"/>
                <a:ea typeface="+mn-lt"/>
                <a:cs typeface="+mn-lt"/>
              </a:rPr>
              <a:t> işlemlerinin yapıldığı katmandır. Oluşturduğumuz tabloların özelliklerini hangi şartlarda getireceğimiz ve </a:t>
            </a:r>
            <a:r>
              <a:rPr lang="tr-TR" sz="2400" err="1">
                <a:latin typeface="Times New Roman"/>
                <a:ea typeface="+mn-lt"/>
                <a:cs typeface="+mn-lt"/>
              </a:rPr>
              <a:t>API’ye</a:t>
            </a:r>
            <a:r>
              <a:rPr lang="tr-TR" sz="2400">
                <a:latin typeface="Times New Roman"/>
                <a:ea typeface="+mn-lt"/>
                <a:cs typeface="+mn-lt"/>
              </a:rPr>
              <a:t> nasıl ileteceğimiz burada belirtilir.</a:t>
            </a:r>
            <a:endParaRPr lang="tr-TR" sz="2400">
              <a:latin typeface="Times New Roman"/>
              <a:cs typeface="Times New Roman"/>
            </a:endParaRPr>
          </a:p>
          <a:p>
            <a:r>
              <a:rPr lang="tr-TR" sz="2400" b="1" err="1">
                <a:solidFill>
                  <a:srgbClr val="FFFF00"/>
                </a:solidFill>
                <a:latin typeface="Times New Roman"/>
                <a:ea typeface="+mn-lt"/>
                <a:cs typeface="+mn-lt"/>
              </a:rPr>
              <a:t>Core</a:t>
            </a:r>
            <a:r>
              <a:rPr lang="tr-TR" sz="2400" b="1">
                <a:solidFill>
                  <a:srgbClr val="FFFF00"/>
                </a:solidFill>
                <a:latin typeface="Times New Roman"/>
                <a:ea typeface="+mn-lt"/>
                <a:cs typeface="+mn-lt"/>
              </a:rPr>
              <a:t> :</a:t>
            </a:r>
            <a:r>
              <a:rPr lang="tr-TR" sz="2400">
                <a:latin typeface="Times New Roman"/>
                <a:ea typeface="+mn-lt"/>
                <a:cs typeface="+mn-lt"/>
              </a:rPr>
              <a:t> Evrensel kodlamaların yapıldığı bir katmandır. Bu katmanda yazılan kodlar projeye özgü olmaz ve başka projelerde de kullanılabilir.</a:t>
            </a:r>
            <a:endParaRPr lang="tr-TR" sz="2400">
              <a:latin typeface="Times New Roman"/>
              <a:cs typeface="Times New Roman"/>
            </a:endParaRPr>
          </a:p>
          <a:p>
            <a:r>
              <a:rPr lang="tr-TR" sz="2400" b="1">
                <a:solidFill>
                  <a:srgbClr val="FFFF00"/>
                </a:solidFill>
                <a:latin typeface="Times New Roman"/>
                <a:ea typeface="+mn-lt"/>
                <a:cs typeface="+mn-lt"/>
              </a:rPr>
              <a:t>Business :</a:t>
            </a:r>
            <a:r>
              <a:rPr lang="tr-TR" sz="2400">
                <a:latin typeface="Times New Roman"/>
                <a:ea typeface="+mn-lt"/>
                <a:cs typeface="+mn-lt"/>
              </a:rPr>
              <a:t> İş kodlarının yazıldığı katmandır. Varlıkları ekleme, çıkarma, güncelleme ve bir sürü diğer işlemleri hangi kurallara göre yapacağımızı belirleriz.</a:t>
            </a:r>
            <a:endParaRPr lang="tr-TR" sz="2400">
              <a:latin typeface="Times New Roman"/>
              <a:cs typeface="Times New Roman"/>
            </a:endParaRPr>
          </a:p>
          <a:p>
            <a:r>
              <a:rPr lang="tr-TR" sz="2400" b="1">
                <a:solidFill>
                  <a:srgbClr val="FFFF00"/>
                </a:solidFill>
                <a:latin typeface="Times New Roman"/>
                <a:ea typeface="+mn-lt"/>
                <a:cs typeface="+mn-lt"/>
              </a:rPr>
              <a:t>API :</a:t>
            </a:r>
            <a:r>
              <a:rPr lang="tr-TR" sz="2400">
                <a:latin typeface="Times New Roman"/>
                <a:ea typeface="+mn-lt"/>
                <a:cs typeface="+mn-lt"/>
              </a:rPr>
              <a:t> Burada yazdığımız kodların dış dünya ile ilişkisinde kapı görevi gören bir arayüzdür</a:t>
            </a:r>
            <a:r>
              <a:rPr lang="tr-TR" sz="2000">
                <a:latin typeface="Times New Roman"/>
                <a:ea typeface="+mn-lt"/>
                <a:cs typeface="+mn-lt"/>
              </a:rPr>
              <a:t>.</a:t>
            </a:r>
            <a:endParaRPr lang="tr-TR" sz="200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38003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A22DDE2-FB2D-421B-B377-F9AD495CE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95140B-9736-47E4-9A7D-ABB32F3AA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770CA6A-B3B0-4826-A91F-B2B1F8922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51B9DA-B0CC-480A-8EA5-4D5C3E051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0253E0-2C56-2166-FFFF-CF8C5976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6028" y="965200"/>
            <a:ext cx="6170943" cy="43296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400"/>
              <a:t>KATMANLAR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E641DB-A503-41DE-ACA6-36B41C6C2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62126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667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4">
            <a:extLst>
              <a:ext uri="{FF2B5EF4-FFF2-40B4-BE49-F238E27FC236}">
                <a16:creationId xmlns:a16="http://schemas.microsoft.com/office/drawing/2014/main" id="{637BD688-14A6-4B96-B8A2-3CD81C054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7B2544F-CA5E-40F6-9525-716A90C8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2B93162-635C-46F5-97EC-E98C1659F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C6D09807-7EF4-C5E0-778D-B4128C577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2" y="987287"/>
            <a:ext cx="3548269" cy="4697896"/>
          </a:xfrm>
        </p:spPr>
        <p:txBody>
          <a:bodyPr>
            <a:normAutofit/>
          </a:bodyPr>
          <a:lstStyle/>
          <a:p>
            <a:pPr algn="ctr"/>
            <a:r>
              <a:rPr lang="tr-TR">
                <a:latin typeface="Times New Roman"/>
                <a:cs typeface="Times New Roman"/>
              </a:rPr>
              <a:t>1)</a:t>
            </a:r>
            <a:r>
              <a:rPr lang="tr-TR" err="1">
                <a:latin typeface="Times New Roman"/>
                <a:cs typeface="Times New Roman"/>
              </a:rPr>
              <a:t>Entıty</a:t>
            </a:r>
            <a:r>
              <a:rPr lang="tr-TR">
                <a:latin typeface="Times New Roman"/>
                <a:cs typeface="Times New Roman"/>
              </a:rPr>
              <a:t> katmanı</a:t>
            </a:r>
            <a:endParaRPr lang="en-US">
              <a:latin typeface="Times New Roman"/>
              <a:cs typeface="Times New Roman"/>
            </a:endParaRPr>
          </a:p>
        </p:txBody>
      </p:sp>
      <p:pic>
        <p:nvPicPr>
          <p:cNvPr id="4" name="Content Placeholder 3" descr="A screen shot of a computer program">
            <a:extLst>
              <a:ext uri="{FF2B5EF4-FFF2-40B4-BE49-F238E27FC236}">
                <a16:creationId xmlns:a16="http://schemas.microsoft.com/office/drawing/2014/main" id="{2C48EFBF-086B-DDAB-7631-B559D252C5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39681" y="-2710"/>
            <a:ext cx="7550510" cy="6862616"/>
          </a:xfrm>
        </p:spPr>
      </p:pic>
    </p:spTree>
    <p:extLst>
      <p:ext uri="{BB962C8B-B14F-4D97-AF65-F5344CB8AC3E}">
        <p14:creationId xmlns:p14="http://schemas.microsoft.com/office/powerpoint/2010/main" val="1059743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14">
            <a:extLst>
              <a:ext uri="{FF2B5EF4-FFF2-40B4-BE49-F238E27FC236}">
                <a16:creationId xmlns:a16="http://schemas.microsoft.com/office/drawing/2014/main" id="{637BD688-14A6-4B96-B8A2-3CD81C054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B2544F-CA5E-40F6-9525-716A90C8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B93162-635C-46F5-97EC-E98C1659F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3DE194-8FF7-CD04-9D5A-0C71974BD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2" y="987287"/>
            <a:ext cx="3548269" cy="4697896"/>
          </a:xfrm>
        </p:spPr>
        <p:txBody>
          <a:bodyPr>
            <a:normAutofit/>
          </a:bodyPr>
          <a:lstStyle/>
          <a:p>
            <a:pPr algn="ctr"/>
            <a:r>
              <a:rPr lang="en-US">
                <a:latin typeface="Times New Roman"/>
                <a:cs typeface="Times New Roman"/>
              </a:rPr>
              <a:t>1)</a:t>
            </a:r>
            <a:r>
              <a:rPr lang="en-US" err="1">
                <a:latin typeface="Times New Roman"/>
                <a:cs typeface="Times New Roman"/>
              </a:rPr>
              <a:t>Entıty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katmanı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BFAAA-82CF-7818-E8CD-E95C7FF84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7825" y="987287"/>
            <a:ext cx="5755949" cy="4697895"/>
          </a:xfrm>
        </p:spPr>
        <p:txBody>
          <a:bodyPr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  </a:t>
            </a:r>
            <a:r>
              <a:rPr lang="en-US" sz="2400">
                <a:ea typeface="+mn-lt"/>
                <a:cs typeface="+mn-lt"/>
              </a:rPr>
              <a:t> </a:t>
            </a:r>
            <a:r>
              <a:rPr lang="en-US" sz="2400">
                <a:latin typeface="Times New Roman"/>
                <a:ea typeface="+mn-lt"/>
                <a:cs typeface="+mn-lt"/>
              </a:rPr>
              <a:t>Bu Entity </a:t>
            </a:r>
            <a:r>
              <a:rPr lang="en-US" sz="2400" err="1">
                <a:latin typeface="Times New Roman"/>
                <a:ea typeface="+mn-lt"/>
                <a:cs typeface="+mn-lt"/>
              </a:rPr>
              <a:t>katmanından</a:t>
            </a:r>
            <a:r>
              <a:rPr lang="en-US" sz="2400">
                <a:latin typeface="Times New Roman"/>
                <a:ea typeface="+mn-lt"/>
                <a:cs typeface="+mn-lt"/>
              </a:rPr>
              <a:t> “Car” </a:t>
            </a:r>
            <a:r>
              <a:rPr lang="en-US" sz="2400" err="1">
                <a:latin typeface="Times New Roman"/>
                <a:ea typeface="+mn-lt"/>
                <a:cs typeface="+mn-lt"/>
              </a:rPr>
              <a:t>sınıfına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örnektir</a:t>
            </a:r>
            <a:r>
              <a:rPr lang="en-US" sz="2400">
                <a:latin typeface="Times New Roman"/>
                <a:ea typeface="+mn-lt"/>
                <a:cs typeface="+mn-lt"/>
              </a:rPr>
              <a:t>. Spring Boot </a:t>
            </a:r>
            <a:r>
              <a:rPr lang="en-US" sz="2400" err="1">
                <a:latin typeface="Times New Roman"/>
                <a:ea typeface="+mn-lt"/>
                <a:cs typeface="+mn-lt"/>
              </a:rPr>
              <a:t>kurmamız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sayesinde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çoğu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veritabanı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işlemini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kodla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yazmak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yerine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bir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etiket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ile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halledebildik</a:t>
            </a:r>
            <a:r>
              <a:rPr lang="en-US" sz="2400">
                <a:latin typeface="Times New Roman"/>
                <a:ea typeface="+mn-lt"/>
                <a:cs typeface="+mn-lt"/>
              </a:rPr>
              <a:t>. </a:t>
            </a:r>
            <a:r>
              <a:rPr lang="en-US" sz="2400" err="1">
                <a:latin typeface="Times New Roman"/>
                <a:ea typeface="+mn-lt"/>
                <a:cs typeface="+mn-lt"/>
              </a:rPr>
              <a:t>Öncelikle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Araba’ya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ait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gerekli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özellikleri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tanımladık</a:t>
            </a:r>
            <a:r>
              <a:rPr lang="en-US" sz="2400">
                <a:latin typeface="Times New Roman"/>
                <a:ea typeface="+mn-lt"/>
                <a:cs typeface="+mn-lt"/>
              </a:rPr>
              <a:t>. En </a:t>
            </a:r>
            <a:r>
              <a:rPr lang="en-US" sz="2400" err="1">
                <a:latin typeface="Times New Roman"/>
                <a:ea typeface="+mn-lt"/>
                <a:cs typeface="+mn-lt"/>
              </a:rPr>
              <a:t>üstte</a:t>
            </a:r>
            <a:r>
              <a:rPr lang="en-US" sz="2400">
                <a:latin typeface="Times New Roman"/>
                <a:ea typeface="+mn-lt"/>
                <a:cs typeface="+mn-lt"/>
              </a:rPr>
              <a:t> Lombok </a:t>
            </a:r>
            <a:r>
              <a:rPr lang="en-US" sz="2400" err="1">
                <a:latin typeface="Times New Roman"/>
                <a:ea typeface="+mn-lt"/>
                <a:cs typeface="+mn-lt"/>
              </a:rPr>
              <a:t>kurmamız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sayesinde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gelen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bir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özellikle</a:t>
            </a:r>
            <a:r>
              <a:rPr lang="en-US" sz="2400">
                <a:latin typeface="Times New Roman"/>
                <a:ea typeface="+mn-lt"/>
                <a:cs typeface="+mn-lt"/>
              </a:rPr>
              <a:t> @Data </a:t>
            </a:r>
            <a:r>
              <a:rPr lang="en-US" sz="2400" err="1">
                <a:latin typeface="Times New Roman"/>
                <a:ea typeface="+mn-lt"/>
                <a:cs typeface="+mn-lt"/>
              </a:rPr>
              <a:t>etiketi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tanımladık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ve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bu</a:t>
            </a:r>
            <a:r>
              <a:rPr lang="en-US" sz="2400">
                <a:latin typeface="Times New Roman"/>
                <a:ea typeface="+mn-lt"/>
                <a:cs typeface="+mn-lt"/>
              </a:rPr>
              <a:t> da getter-setter </a:t>
            </a:r>
            <a:r>
              <a:rPr lang="en-US" sz="2400" err="1">
                <a:latin typeface="Times New Roman"/>
                <a:ea typeface="+mn-lt"/>
                <a:cs typeface="+mn-lt"/>
              </a:rPr>
              <a:t>işlemlerini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direkt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yazmamıza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gerek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olmadan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yapmayı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sağladı</a:t>
            </a:r>
            <a:r>
              <a:rPr lang="en-US" sz="2400">
                <a:latin typeface="Times New Roman"/>
                <a:ea typeface="+mn-lt"/>
                <a:cs typeface="+mn-lt"/>
              </a:rPr>
              <a:t>. @AllArgsConstructor </a:t>
            </a:r>
            <a:r>
              <a:rPr lang="en-US" sz="2400" err="1">
                <a:latin typeface="Times New Roman"/>
                <a:ea typeface="+mn-lt"/>
                <a:cs typeface="+mn-lt"/>
              </a:rPr>
              <a:t>ve</a:t>
            </a:r>
            <a:r>
              <a:rPr lang="en-US" sz="2400">
                <a:latin typeface="Times New Roman"/>
                <a:ea typeface="+mn-lt"/>
                <a:cs typeface="+mn-lt"/>
              </a:rPr>
              <a:t> @NoArgsConstructor </a:t>
            </a:r>
            <a:r>
              <a:rPr lang="en-US" sz="2400" err="1">
                <a:latin typeface="Times New Roman"/>
                <a:ea typeface="+mn-lt"/>
                <a:cs typeface="+mn-lt"/>
              </a:rPr>
              <a:t>etiketleriyle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parametreli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ve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parametresiz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constructorları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tanımladık</a:t>
            </a:r>
            <a:r>
              <a:rPr lang="en-US" sz="2400">
                <a:latin typeface="Times New Roman"/>
                <a:ea typeface="+mn-lt"/>
                <a:cs typeface="+mn-lt"/>
              </a:rPr>
              <a:t>. @Table </a:t>
            </a:r>
            <a:r>
              <a:rPr lang="en-US" sz="2400" err="1">
                <a:latin typeface="Times New Roman"/>
                <a:ea typeface="+mn-lt"/>
                <a:cs typeface="+mn-lt"/>
              </a:rPr>
              <a:t>etiketi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ile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bu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sınıfın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veritabanındaki</a:t>
            </a:r>
            <a:r>
              <a:rPr lang="en-US" sz="2400">
                <a:latin typeface="Times New Roman"/>
                <a:ea typeface="+mn-lt"/>
                <a:cs typeface="+mn-lt"/>
              </a:rPr>
              <a:t> “cars” </a:t>
            </a:r>
            <a:r>
              <a:rPr lang="en-US" sz="2400" err="1">
                <a:latin typeface="Times New Roman"/>
                <a:ea typeface="+mn-lt"/>
                <a:cs typeface="+mn-lt"/>
              </a:rPr>
              <a:t>tablosuna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karşılık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geldiğini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belirttik</a:t>
            </a:r>
            <a:r>
              <a:rPr lang="en-US" sz="2400">
                <a:latin typeface="Times New Roman"/>
                <a:ea typeface="+mn-lt"/>
                <a:cs typeface="+mn-lt"/>
              </a:rPr>
              <a:t>. </a:t>
            </a:r>
            <a:r>
              <a:rPr lang="en-US" sz="2400" err="1">
                <a:latin typeface="Times New Roman"/>
                <a:ea typeface="+mn-lt"/>
                <a:cs typeface="+mn-lt"/>
              </a:rPr>
              <a:t>Diğer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özelliklerin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üzerindeki</a:t>
            </a:r>
            <a:r>
              <a:rPr lang="en-US" sz="2400">
                <a:latin typeface="Times New Roman"/>
                <a:ea typeface="+mn-lt"/>
                <a:cs typeface="+mn-lt"/>
              </a:rPr>
              <a:t> @Column </a:t>
            </a:r>
            <a:r>
              <a:rPr lang="en-US" sz="2400" err="1">
                <a:latin typeface="Times New Roman"/>
                <a:ea typeface="+mn-lt"/>
                <a:cs typeface="+mn-lt"/>
              </a:rPr>
              <a:t>etiketi</a:t>
            </a:r>
            <a:r>
              <a:rPr lang="en-US" sz="2400">
                <a:latin typeface="Times New Roman"/>
                <a:ea typeface="+mn-lt"/>
                <a:cs typeface="+mn-lt"/>
              </a:rPr>
              <a:t> de o </a:t>
            </a:r>
            <a:r>
              <a:rPr lang="en-US" sz="2400" err="1">
                <a:latin typeface="Times New Roman"/>
                <a:ea typeface="+mn-lt"/>
                <a:cs typeface="+mn-lt"/>
              </a:rPr>
              <a:t>tablonun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satırlarına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karşılık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geliyor</a:t>
            </a:r>
            <a:r>
              <a:rPr lang="en-US" sz="2400">
                <a:latin typeface="Times New Roman"/>
                <a:ea typeface="+mn-lt"/>
                <a:cs typeface="+mn-lt"/>
              </a:rPr>
              <a:t>. </a:t>
            </a:r>
            <a:r>
              <a:rPr lang="en-US" sz="2400" err="1">
                <a:latin typeface="Times New Roman"/>
                <a:ea typeface="+mn-lt"/>
                <a:cs typeface="+mn-lt"/>
              </a:rPr>
              <a:t>brand_id</a:t>
            </a:r>
            <a:r>
              <a:rPr lang="en-US" sz="2400">
                <a:latin typeface="Times New Roman"/>
                <a:ea typeface="+mn-lt"/>
                <a:cs typeface="+mn-lt"/>
              </a:rPr>
              <a:t>, </a:t>
            </a:r>
            <a:r>
              <a:rPr lang="en-US" sz="2400" err="1">
                <a:latin typeface="Times New Roman"/>
                <a:ea typeface="+mn-lt"/>
                <a:cs typeface="+mn-lt"/>
              </a:rPr>
              <a:t>model_id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ve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color_id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bu</a:t>
            </a:r>
            <a:r>
              <a:rPr lang="en-US" sz="2400">
                <a:latin typeface="Times New Roman"/>
                <a:ea typeface="+mn-lt"/>
                <a:cs typeface="+mn-lt"/>
              </a:rPr>
              <a:t> araba </a:t>
            </a:r>
            <a:r>
              <a:rPr lang="en-US" sz="2400" err="1">
                <a:latin typeface="Times New Roman"/>
                <a:ea typeface="+mn-lt"/>
                <a:cs typeface="+mn-lt"/>
              </a:rPr>
              <a:t>tablosunda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foreign_key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görevi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görmektedir</a:t>
            </a:r>
            <a:r>
              <a:rPr lang="en-US" sz="2400">
                <a:latin typeface="Times New Roman"/>
                <a:ea typeface="+mn-lt"/>
                <a:cs typeface="+mn-lt"/>
              </a:rPr>
              <a:t>. </a:t>
            </a:r>
            <a:r>
              <a:rPr lang="en-US" sz="2400" err="1">
                <a:latin typeface="Times New Roman"/>
                <a:ea typeface="+mn-lt"/>
                <a:cs typeface="+mn-lt"/>
              </a:rPr>
              <a:t>Çünkü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bu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üçü</a:t>
            </a:r>
            <a:r>
              <a:rPr lang="en-US" sz="2400">
                <a:latin typeface="Times New Roman"/>
                <a:ea typeface="+mn-lt"/>
                <a:cs typeface="+mn-lt"/>
              </a:rPr>
              <a:t> de </a:t>
            </a:r>
            <a:r>
              <a:rPr lang="en-US" sz="2400" err="1">
                <a:latin typeface="Times New Roman"/>
                <a:ea typeface="+mn-lt"/>
                <a:cs typeface="+mn-lt"/>
              </a:rPr>
              <a:t>ayrı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bir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tabloya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sahiptir</a:t>
            </a:r>
            <a:r>
              <a:rPr lang="en-US" sz="2400">
                <a:latin typeface="Times New Roman"/>
                <a:ea typeface="+mn-lt"/>
                <a:cs typeface="+mn-lt"/>
              </a:rPr>
              <a:t>. Bu </a:t>
            </a:r>
            <a:r>
              <a:rPr lang="en-US" sz="2400" err="1">
                <a:latin typeface="Times New Roman"/>
                <a:ea typeface="+mn-lt"/>
                <a:cs typeface="+mn-lt"/>
              </a:rPr>
              <a:t>id’leri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düz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bir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şekilde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tanımlamayıp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sınıflarından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nesne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oluşturarak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getirdik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ve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isim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olarak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id’lerine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eşitledik</a:t>
            </a:r>
            <a:r>
              <a:rPr lang="en-US" sz="2400">
                <a:latin typeface="Times New Roman"/>
                <a:ea typeface="+mn-lt"/>
                <a:cs typeface="+mn-lt"/>
              </a:rPr>
              <a:t>. @JoinColumn </a:t>
            </a:r>
            <a:r>
              <a:rPr lang="en-US" sz="2400" err="1">
                <a:latin typeface="Times New Roman"/>
                <a:ea typeface="+mn-lt"/>
                <a:cs typeface="+mn-lt"/>
              </a:rPr>
              <a:t>ile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birden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fazla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tabloyu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birleştirmiş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olduk</a:t>
            </a:r>
            <a:r>
              <a:rPr lang="en-US" sz="2400">
                <a:latin typeface="Times New Roman"/>
                <a:ea typeface="+mn-lt"/>
                <a:cs typeface="+mn-lt"/>
              </a:rPr>
              <a:t>.</a:t>
            </a:r>
            <a:endParaRPr lang="en-US"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56360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14">
            <a:extLst>
              <a:ext uri="{FF2B5EF4-FFF2-40B4-BE49-F238E27FC236}">
                <a16:creationId xmlns:a16="http://schemas.microsoft.com/office/drawing/2014/main" id="{637BD688-14A6-4B96-B8A2-3CD81C054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B2544F-CA5E-40F6-9525-716A90C8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B93162-635C-46F5-97EC-E98C1659F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8381F3-1A2F-8E08-B658-13E2F40F4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2" y="987287"/>
            <a:ext cx="3548269" cy="4697896"/>
          </a:xfrm>
        </p:spPr>
        <p:txBody>
          <a:bodyPr>
            <a:normAutofit/>
          </a:bodyPr>
          <a:lstStyle/>
          <a:p>
            <a:pPr algn="ctr"/>
            <a:r>
              <a:rPr lang="en-US">
                <a:latin typeface="Times New Roman"/>
                <a:cs typeface="Times New Roman"/>
              </a:rPr>
              <a:t>2)Data access </a:t>
            </a:r>
            <a:r>
              <a:rPr lang="en-US" err="1">
                <a:latin typeface="Times New Roman"/>
                <a:cs typeface="Times New Roman"/>
              </a:rPr>
              <a:t>katmanı</a:t>
            </a:r>
            <a:endParaRPr lang="en-US">
              <a:latin typeface="Times New Roman"/>
              <a:cs typeface="Times New Roman"/>
            </a:endParaRPr>
          </a:p>
        </p:txBody>
      </p:sp>
      <p:pic>
        <p:nvPicPr>
          <p:cNvPr id="4" name="Content Placeholder 3" descr="A computer screen shot of a program&#10;&#10;Açıklama otomatik olarak oluşturuldu">
            <a:extLst>
              <a:ext uri="{FF2B5EF4-FFF2-40B4-BE49-F238E27FC236}">
                <a16:creationId xmlns:a16="http://schemas.microsoft.com/office/drawing/2014/main" id="{2F3DD925-53FA-B336-6B68-8A25EE0BB6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32003" y="1020"/>
            <a:ext cx="7557163" cy="6857999"/>
          </a:xfrm>
        </p:spPr>
      </p:pic>
    </p:spTree>
    <p:extLst>
      <p:ext uri="{BB962C8B-B14F-4D97-AF65-F5344CB8AC3E}">
        <p14:creationId xmlns:p14="http://schemas.microsoft.com/office/powerpoint/2010/main" val="1517198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14">
            <a:extLst>
              <a:ext uri="{FF2B5EF4-FFF2-40B4-BE49-F238E27FC236}">
                <a16:creationId xmlns:a16="http://schemas.microsoft.com/office/drawing/2014/main" id="{637BD688-14A6-4B96-B8A2-3CD81C054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B2544F-CA5E-40F6-9525-716A90C8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B93162-635C-46F5-97EC-E98C1659F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52625B-E689-E75F-4B89-C1957EDEE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2" y="987287"/>
            <a:ext cx="3548269" cy="4697896"/>
          </a:xfrm>
        </p:spPr>
        <p:txBody>
          <a:bodyPr>
            <a:normAutofit/>
          </a:bodyPr>
          <a:lstStyle/>
          <a:p>
            <a:pPr algn="ctr"/>
            <a:r>
              <a:rPr lang="en-US">
                <a:latin typeface="Times New Roman"/>
                <a:cs typeface="Times New Roman"/>
              </a:rPr>
              <a:t>2)data access </a:t>
            </a:r>
            <a:r>
              <a:rPr lang="en-US" err="1">
                <a:latin typeface="Times New Roman"/>
                <a:cs typeface="Times New Roman"/>
              </a:rPr>
              <a:t>katmanı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1DC67-D6DA-99AC-A6E7-2C539A7BB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7825" y="987287"/>
            <a:ext cx="5755949" cy="469789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   </a:t>
            </a:r>
            <a:r>
              <a:rPr lang="en-US" sz="2400" err="1">
                <a:latin typeface="Times New Roman"/>
                <a:ea typeface="+mn-lt"/>
                <a:cs typeface="+mn-lt"/>
              </a:rPr>
              <a:t>CarDao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sınıfımız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JpaRepository’den</a:t>
            </a:r>
            <a:r>
              <a:rPr lang="en-US" sz="2400">
                <a:latin typeface="Times New Roman"/>
                <a:ea typeface="+mn-lt"/>
                <a:cs typeface="+mn-lt"/>
              </a:rPr>
              <a:t> implement </a:t>
            </a:r>
            <a:r>
              <a:rPr lang="en-US" sz="2400" err="1">
                <a:latin typeface="Times New Roman"/>
                <a:ea typeface="+mn-lt"/>
                <a:cs typeface="+mn-lt"/>
              </a:rPr>
              <a:t>edilmiştir</a:t>
            </a:r>
            <a:r>
              <a:rPr lang="en-US" sz="2400">
                <a:latin typeface="Times New Roman"/>
                <a:ea typeface="+mn-lt"/>
                <a:cs typeface="+mn-lt"/>
              </a:rPr>
              <a:t>. Bu Spring Boot </a:t>
            </a:r>
            <a:r>
              <a:rPr lang="en-US" sz="2400" err="1">
                <a:latin typeface="Times New Roman"/>
                <a:ea typeface="+mn-lt"/>
                <a:cs typeface="+mn-lt"/>
              </a:rPr>
              <a:t>tarafından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gelmektedir</a:t>
            </a:r>
            <a:r>
              <a:rPr lang="en-US" sz="2400">
                <a:latin typeface="Times New Roman"/>
                <a:ea typeface="+mn-lt"/>
                <a:cs typeface="+mn-lt"/>
              </a:rPr>
              <a:t>. Bu </a:t>
            </a:r>
            <a:r>
              <a:rPr lang="en-US" sz="2400" err="1">
                <a:latin typeface="Times New Roman"/>
                <a:ea typeface="+mn-lt"/>
                <a:cs typeface="+mn-lt"/>
              </a:rPr>
              <a:t>sayede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tüm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ekleme</a:t>
            </a:r>
            <a:r>
              <a:rPr lang="en-US" sz="2400">
                <a:latin typeface="Times New Roman"/>
                <a:ea typeface="+mn-lt"/>
                <a:cs typeface="+mn-lt"/>
              </a:rPr>
              <a:t>, </a:t>
            </a:r>
            <a:r>
              <a:rPr lang="en-US" sz="2400" err="1">
                <a:latin typeface="Times New Roman"/>
                <a:ea typeface="+mn-lt"/>
                <a:cs typeface="+mn-lt"/>
              </a:rPr>
              <a:t>çıkarma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gibi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işlemleri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arka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alanda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yapabiliyor</a:t>
            </a:r>
            <a:r>
              <a:rPr lang="en-US" sz="2400">
                <a:latin typeface="Times New Roman"/>
                <a:ea typeface="+mn-lt"/>
                <a:cs typeface="+mn-lt"/>
              </a:rPr>
              <a:t>. Biz </a:t>
            </a:r>
            <a:r>
              <a:rPr lang="en-US" sz="2400" err="1">
                <a:latin typeface="Times New Roman"/>
                <a:ea typeface="+mn-lt"/>
                <a:cs typeface="+mn-lt"/>
              </a:rPr>
              <a:t>burada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veritabanı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ile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ilgili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işlemleri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uyguluyoruz</a:t>
            </a:r>
            <a:r>
              <a:rPr lang="en-US" sz="2400">
                <a:latin typeface="Times New Roman"/>
                <a:ea typeface="+mn-lt"/>
                <a:cs typeface="+mn-lt"/>
              </a:rPr>
              <a:t>. </a:t>
            </a:r>
            <a:r>
              <a:rPr lang="en-US" sz="2400" err="1">
                <a:latin typeface="Times New Roman"/>
                <a:ea typeface="+mn-lt"/>
                <a:cs typeface="+mn-lt"/>
              </a:rPr>
              <a:t>Bunları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kodumuzu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çalıştırdıktan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sonra</a:t>
            </a:r>
            <a:r>
              <a:rPr lang="en-US" sz="2400">
                <a:latin typeface="Times New Roman"/>
                <a:ea typeface="+mn-lt"/>
                <a:cs typeface="+mn-lt"/>
              </a:rPr>
              <a:t> Swagger </a:t>
            </a:r>
            <a:r>
              <a:rPr lang="en-US" sz="2400" err="1">
                <a:latin typeface="Times New Roman"/>
                <a:ea typeface="+mn-lt"/>
                <a:cs typeface="+mn-lt"/>
              </a:rPr>
              <a:t>sitesinde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deneyebiliyoruz</a:t>
            </a:r>
            <a:r>
              <a:rPr lang="en-US" sz="2400">
                <a:latin typeface="Times New Roman"/>
                <a:ea typeface="+mn-lt"/>
                <a:cs typeface="+mn-lt"/>
              </a:rPr>
              <a:t>. </a:t>
            </a:r>
            <a:r>
              <a:rPr lang="en-US" sz="2400" err="1">
                <a:latin typeface="Times New Roman"/>
                <a:ea typeface="+mn-lt"/>
                <a:cs typeface="+mn-lt"/>
              </a:rPr>
              <a:t>Verilerimize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ekleme</a:t>
            </a:r>
            <a:r>
              <a:rPr lang="en-US" sz="2400">
                <a:latin typeface="Times New Roman"/>
                <a:ea typeface="+mn-lt"/>
                <a:cs typeface="+mn-lt"/>
              </a:rPr>
              <a:t> de </a:t>
            </a:r>
            <a:r>
              <a:rPr lang="en-US" sz="2400" err="1">
                <a:latin typeface="Times New Roman"/>
                <a:ea typeface="+mn-lt"/>
                <a:cs typeface="+mn-lt"/>
              </a:rPr>
              <a:t>yapabilmekteyiz</a:t>
            </a:r>
            <a:r>
              <a:rPr lang="en-US" sz="2400">
                <a:latin typeface="Times New Roman"/>
                <a:ea typeface="+mn-lt"/>
                <a:cs typeface="+mn-lt"/>
              </a:rPr>
              <a:t>. Birden </a:t>
            </a:r>
            <a:r>
              <a:rPr lang="en-US" sz="2400" err="1">
                <a:latin typeface="Times New Roman"/>
                <a:ea typeface="+mn-lt"/>
                <a:cs typeface="+mn-lt"/>
              </a:rPr>
              <a:t>fazla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tabloyu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birleştirip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verileri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döndürebilmek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için</a:t>
            </a:r>
            <a:r>
              <a:rPr lang="en-US" sz="2400">
                <a:latin typeface="Times New Roman"/>
                <a:ea typeface="+mn-lt"/>
                <a:cs typeface="+mn-lt"/>
              </a:rPr>
              <a:t> de @Query </a:t>
            </a:r>
            <a:r>
              <a:rPr lang="en-US" sz="2400" err="1">
                <a:latin typeface="Times New Roman"/>
                <a:ea typeface="+mn-lt"/>
                <a:cs typeface="+mn-lt"/>
              </a:rPr>
              <a:t>etiketiyle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özel</a:t>
            </a:r>
            <a:r>
              <a:rPr lang="en-US" sz="2400">
                <a:latin typeface="Times New Roman"/>
                <a:ea typeface="+mn-lt"/>
                <a:cs typeface="+mn-lt"/>
              </a:rPr>
              <a:t> SQL </a:t>
            </a:r>
            <a:r>
              <a:rPr lang="en-US" sz="2400" err="1">
                <a:latin typeface="Times New Roman"/>
                <a:ea typeface="+mn-lt"/>
                <a:cs typeface="+mn-lt"/>
              </a:rPr>
              <a:t>sorguları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yazıyoruz</a:t>
            </a:r>
            <a:r>
              <a:rPr lang="en-US" sz="2400">
                <a:latin typeface="Times New Roman"/>
                <a:ea typeface="+mn-lt"/>
                <a:cs typeface="+mn-lt"/>
              </a:rPr>
              <a:t>. </a:t>
            </a:r>
            <a:r>
              <a:rPr lang="en-US" sz="2400" err="1">
                <a:latin typeface="Times New Roman"/>
                <a:ea typeface="+mn-lt"/>
                <a:cs typeface="+mn-lt"/>
              </a:rPr>
              <a:t>Sadece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tek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bir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veri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döndürmediklerimizi</a:t>
            </a:r>
            <a:r>
              <a:rPr lang="en-US" sz="2400">
                <a:latin typeface="Times New Roman"/>
                <a:ea typeface="+mn-lt"/>
                <a:cs typeface="+mn-lt"/>
              </a:rPr>
              <a:t> ‘List’ </a:t>
            </a:r>
            <a:r>
              <a:rPr lang="en-US" sz="2400" err="1">
                <a:latin typeface="Times New Roman"/>
                <a:ea typeface="+mn-lt"/>
                <a:cs typeface="+mn-lt"/>
              </a:rPr>
              <a:t>ile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döndürüyoruz</a:t>
            </a:r>
            <a:r>
              <a:rPr lang="en-US" sz="2400">
                <a:latin typeface="Times New Roman"/>
                <a:ea typeface="+mn-lt"/>
                <a:cs typeface="+mn-lt"/>
              </a:rPr>
              <a:t>.</a:t>
            </a:r>
            <a:endParaRPr lang="en-US"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0532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A0BE05C-DF8D-413F-98A9-FAAB649B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662" y="764373"/>
            <a:ext cx="10814538" cy="1293028"/>
          </a:xfrm>
        </p:spPr>
        <p:txBody>
          <a:bodyPr>
            <a:normAutofit/>
          </a:bodyPr>
          <a:lstStyle/>
          <a:p>
            <a:pPr algn="ctr"/>
            <a:r>
              <a:rPr lang="tr-TR"/>
              <a:t>PROJEDE NEDEN INHERITANCE VE INTERFACE KULLANDIK</a:t>
            </a:r>
          </a:p>
        </p:txBody>
      </p:sp>
      <p:graphicFrame>
        <p:nvGraphicFramePr>
          <p:cNvPr id="15" name="İçerik Yer Tutucusu 2">
            <a:extLst>
              <a:ext uri="{FF2B5EF4-FFF2-40B4-BE49-F238E27FC236}">
                <a16:creationId xmlns:a16="http://schemas.microsoft.com/office/drawing/2014/main" id="{38B071D0-4A05-899A-1481-237D42B9423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2441051"/>
          <a:ext cx="108204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074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14">
            <a:extLst>
              <a:ext uri="{FF2B5EF4-FFF2-40B4-BE49-F238E27FC236}">
                <a16:creationId xmlns:a16="http://schemas.microsoft.com/office/drawing/2014/main" id="{637BD688-14A6-4B96-B8A2-3CD81C054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B2544F-CA5E-40F6-9525-716A90C8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B93162-635C-46F5-97EC-E98C1659F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E1CC56-C108-7763-EBD5-A4AA82E41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2" y="987287"/>
            <a:ext cx="3548269" cy="4697896"/>
          </a:xfrm>
        </p:spPr>
        <p:txBody>
          <a:bodyPr>
            <a:normAutofit/>
          </a:bodyPr>
          <a:lstStyle/>
          <a:p>
            <a:pPr algn="ctr"/>
            <a:r>
              <a:rPr lang="en-US">
                <a:latin typeface="Times New Roman"/>
                <a:cs typeface="Times New Roman"/>
              </a:rPr>
              <a:t>3)CORE KATMANI</a:t>
            </a:r>
            <a:endParaRPr lang="en-US"/>
          </a:p>
        </p:txBody>
      </p:sp>
      <p:pic>
        <p:nvPicPr>
          <p:cNvPr id="4" name="Content Placeholder 3" descr="A screen shot of a computer program&#10;&#10;Açıklama otomatik olarak oluşturuldu">
            <a:extLst>
              <a:ext uri="{FF2B5EF4-FFF2-40B4-BE49-F238E27FC236}">
                <a16:creationId xmlns:a16="http://schemas.microsoft.com/office/drawing/2014/main" id="{468FE8C8-1BA0-5C47-C0D3-DC71D624DA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35795" y="4277"/>
            <a:ext cx="7561302" cy="6851485"/>
          </a:xfrm>
        </p:spPr>
      </p:pic>
    </p:spTree>
    <p:extLst>
      <p:ext uri="{BB962C8B-B14F-4D97-AF65-F5344CB8AC3E}">
        <p14:creationId xmlns:p14="http://schemas.microsoft.com/office/powerpoint/2010/main" val="474327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14">
            <a:extLst>
              <a:ext uri="{FF2B5EF4-FFF2-40B4-BE49-F238E27FC236}">
                <a16:creationId xmlns:a16="http://schemas.microsoft.com/office/drawing/2014/main" id="{637BD688-14A6-4B96-B8A2-3CD81C054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B2544F-CA5E-40F6-9525-716A90C8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B93162-635C-46F5-97EC-E98C1659F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568CEA-AB27-24D5-523F-A47E6546C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2" y="987287"/>
            <a:ext cx="3548269" cy="4697896"/>
          </a:xfrm>
        </p:spPr>
        <p:txBody>
          <a:bodyPr>
            <a:normAutofit/>
          </a:bodyPr>
          <a:lstStyle/>
          <a:p>
            <a:pPr algn="ctr"/>
            <a:r>
              <a:rPr lang="en-US">
                <a:latin typeface="Times New Roman"/>
                <a:cs typeface="Times New Roman"/>
              </a:rPr>
              <a:t>3)CORE KATMANI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61159-DF12-0CBE-A8C3-70B9B0E77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7825" y="987287"/>
            <a:ext cx="5755949" cy="469789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2400">
                <a:latin typeface="Times New Roman"/>
                <a:ea typeface="+mn-lt"/>
                <a:cs typeface="+mn-lt"/>
              </a:rPr>
              <a:t>   Core </a:t>
            </a:r>
            <a:r>
              <a:rPr lang="en-US" sz="2400" err="1">
                <a:latin typeface="Times New Roman"/>
                <a:ea typeface="+mn-lt"/>
                <a:cs typeface="+mn-lt"/>
              </a:rPr>
              <a:t>katmanında</a:t>
            </a:r>
            <a:r>
              <a:rPr lang="en-US" sz="2400">
                <a:latin typeface="Times New Roman"/>
                <a:ea typeface="+mn-lt"/>
                <a:cs typeface="+mn-lt"/>
              </a:rPr>
              <a:t> Result </a:t>
            </a:r>
            <a:r>
              <a:rPr lang="en-US" sz="2400" err="1">
                <a:latin typeface="Times New Roman"/>
                <a:ea typeface="+mn-lt"/>
                <a:cs typeface="+mn-lt"/>
              </a:rPr>
              <a:t>sınıfı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oluşturduk</a:t>
            </a:r>
            <a:r>
              <a:rPr lang="en-US" sz="2400">
                <a:latin typeface="Times New Roman"/>
                <a:ea typeface="+mn-lt"/>
                <a:cs typeface="+mn-lt"/>
              </a:rPr>
              <a:t>. Bu </a:t>
            </a:r>
            <a:r>
              <a:rPr lang="en-US" sz="2400" err="1">
                <a:latin typeface="Times New Roman"/>
                <a:ea typeface="+mn-lt"/>
                <a:cs typeface="+mn-lt"/>
              </a:rPr>
              <a:t>veri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işlemlerinde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olumlu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olumsuz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dönüş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almamız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için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uygulanmıştır</a:t>
            </a:r>
            <a:r>
              <a:rPr lang="en-US" sz="2400">
                <a:latin typeface="Times New Roman"/>
                <a:ea typeface="+mn-lt"/>
                <a:cs typeface="+mn-lt"/>
              </a:rPr>
              <a:t>. Message </a:t>
            </a:r>
            <a:r>
              <a:rPr lang="en-US" sz="2400" err="1">
                <a:latin typeface="Times New Roman"/>
                <a:ea typeface="+mn-lt"/>
                <a:cs typeface="+mn-lt"/>
              </a:rPr>
              <a:t>ve</a:t>
            </a:r>
            <a:r>
              <a:rPr lang="en-US" sz="2400">
                <a:latin typeface="Times New Roman"/>
                <a:ea typeface="+mn-lt"/>
                <a:cs typeface="+mn-lt"/>
              </a:rPr>
              <a:t> success </a:t>
            </a:r>
            <a:r>
              <a:rPr lang="en-US" sz="2400" err="1">
                <a:latin typeface="Times New Roman"/>
                <a:ea typeface="+mn-lt"/>
                <a:cs typeface="+mn-lt"/>
              </a:rPr>
              <a:t>tanımladık</a:t>
            </a:r>
            <a:r>
              <a:rPr lang="en-US" sz="2400">
                <a:latin typeface="Times New Roman"/>
                <a:ea typeface="+mn-lt"/>
                <a:cs typeface="+mn-lt"/>
              </a:rPr>
              <a:t>. Hem message hem de success </a:t>
            </a:r>
            <a:r>
              <a:rPr lang="en-US" sz="2400" err="1">
                <a:latin typeface="Times New Roman"/>
                <a:ea typeface="+mn-lt"/>
                <a:cs typeface="+mn-lt"/>
              </a:rPr>
              <a:t>döndürmek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istiyorsak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veya</a:t>
            </a:r>
            <a:r>
              <a:rPr lang="en-US" sz="2400">
                <a:latin typeface="Times New Roman"/>
                <a:ea typeface="+mn-lt"/>
                <a:cs typeface="+mn-lt"/>
              </a:rPr>
              <a:t> message </a:t>
            </a:r>
            <a:r>
              <a:rPr lang="en-US" sz="2400" err="1">
                <a:latin typeface="Times New Roman"/>
                <a:ea typeface="+mn-lt"/>
                <a:cs typeface="+mn-lt"/>
              </a:rPr>
              <a:t>döndürmek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istemiyorsak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onlar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için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ayrı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ayrı</a:t>
            </a:r>
            <a:r>
              <a:rPr lang="en-US" sz="2400">
                <a:latin typeface="Times New Roman"/>
                <a:ea typeface="+mn-lt"/>
                <a:cs typeface="+mn-lt"/>
              </a:rPr>
              <a:t> constructor </a:t>
            </a:r>
            <a:r>
              <a:rPr lang="en-US" sz="2400" err="1">
                <a:latin typeface="Times New Roman"/>
                <a:ea typeface="+mn-lt"/>
                <a:cs typeface="+mn-lt"/>
              </a:rPr>
              <a:t>oluşturduk</a:t>
            </a:r>
            <a:r>
              <a:rPr lang="en-US" sz="2400">
                <a:latin typeface="Times New Roman"/>
                <a:ea typeface="+mn-lt"/>
                <a:cs typeface="+mn-lt"/>
              </a:rPr>
              <a:t>. İki </a:t>
            </a:r>
            <a:r>
              <a:rPr lang="en-US" sz="2400" err="1">
                <a:latin typeface="Times New Roman"/>
                <a:ea typeface="+mn-lt"/>
                <a:cs typeface="+mn-lt"/>
              </a:rPr>
              <a:t>farklı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metot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oluşturarak</a:t>
            </a:r>
            <a:r>
              <a:rPr lang="en-US" sz="2400">
                <a:latin typeface="Times New Roman"/>
                <a:ea typeface="+mn-lt"/>
                <a:cs typeface="+mn-lt"/>
              </a:rPr>
              <a:t> message </a:t>
            </a:r>
            <a:r>
              <a:rPr lang="en-US" sz="2400" err="1">
                <a:latin typeface="Times New Roman"/>
                <a:ea typeface="+mn-lt"/>
                <a:cs typeface="+mn-lt"/>
              </a:rPr>
              <a:t>ve</a:t>
            </a:r>
            <a:r>
              <a:rPr lang="en-US" sz="2400">
                <a:latin typeface="Times New Roman"/>
                <a:ea typeface="+mn-lt"/>
                <a:cs typeface="+mn-lt"/>
              </a:rPr>
              <a:t> success </a:t>
            </a:r>
            <a:r>
              <a:rPr lang="en-US" sz="2400" err="1">
                <a:latin typeface="Times New Roman"/>
                <a:ea typeface="+mn-lt"/>
                <a:cs typeface="+mn-lt"/>
              </a:rPr>
              <a:t>nesnelerini</a:t>
            </a:r>
            <a:r>
              <a:rPr lang="en-US" sz="2400">
                <a:latin typeface="Times New Roman"/>
                <a:ea typeface="+mn-lt"/>
                <a:cs typeface="+mn-lt"/>
              </a:rPr>
              <a:t> return </a:t>
            </a:r>
            <a:r>
              <a:rPr lang="en-US" sz="2400" err="1">
                <a:latin typeface="Times New Roman"/>
                <a:ea typeface="+mn-lt"/>
                <a:cs typeface="+mn-lt"/>
              </a:rPr>
              <a:t>ediyoruz</a:t>
            </a:r>
            <a:r>
              <a:rPr lang="en-US" sz="2400">
                <a:latin typeface="Times New Roman"/>
                <a:ea typeface="+mn-lt"/>
                <a:cs typeface="+mn-lt"/>
              </a:rPr>
              <a:t>.</a:t>
            </a:r>
            <a:endParaRPr lang="en-US" sz="240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4637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14">
            <a:extLst>
              <a:ext uri="{FF2B5EF4-FFF2-40B4-BE49-F238E27FC236}">
                <a16:creationId xmlns:a16="http://schemas.microsoft.com/office/drawing/2014/main" id="{637BD688-14A6-4B96-B8A2-3CD81C054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B2544F-CA5E-40F6-9525-716A90C8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B93162-635C-46F5-97EC-E98C1659F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492281-6A13-B934-53CB-D5EC9BCC0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2" y="987287"/>
            <a:ext cx="3548269" cy="4697896"/>
          </a:xfrm>
        </p:spPr>
        <p:txBody>
          <a:bodyPr>
            <a:normAutofit/>
          </a:bodyPr>
          <a:lstStyle/>
          <a:p>
            <a:pPr algn="ctr"/>
            <a:r>
              <a:rPr lang="en-US">
                <a:latin typeface="Times New Roman"/>
                <a:cs typeface="Times New Roman"/>
              </a:rPr>
              <a:t>3)CORE KATMANI</a:t>
            </a:r>
            <a:endParaRPr lang="en-US"/>
          </a:p>
        </p:txBody>
      </p:sp>
      <p:pic>
        <p:nvPicPr>
          <p:cNvPr id="4" name="Content Placeholder 3" descr="A screen shot of a computer program&#10;&#10;Açıklama otomatik olarak oluşturuldu">
            <a:extLst>
              <a:ext uri="{FF2B5EF4-FFF2-40B4-BE49-F238E27FC236}">
                <a16:creationId xmlns:a16="http://schemas.microsoft.com/office/drawing/2014/main" id="{60378BC0-E4D2-25E1-97F4-1C3D31DD84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35795" y="-6319"/>
            <a:ext cx="7561302" cy="6849229"/>
          </a:xfrm>
        </p:spPr>
      </p:pic>
    </p:spTree>
    <p:extLst>
      <p:ext uri="{BB962C8B-B14F-4D97-AF65-F5344CB8AC3E}">
        <p14:creationId xmlns:p14="http://schemas.microsoft.com/office/powerpoint/2010/main" val="1035493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14">
            <a:extLst>
              <a:ext uri="{FF2B5EF4-FFF2-40B4-BE49-F238E27FC236}">
                <a16:creationId xmlns:a16="http://schemas.microsoft.com/office/drawing/2014/main" id="{637BD688-14A6-4B96-B8A2-3CD81C054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B2544F-CA5E-40F6-9525-716A90C8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B93162-635C-46F5-97EC-E98C1659F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2D7563-76CC-4AFC-2753-64E1A6B0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2" y="987287"/>
            <a:ext cx="3548269" cy="4697896"/>
          </a:xfrm>
        </p:spPr>
        <p:txBody>
          <a:bodyPr>
            <a:normAutofit/>
          </a:bodyPr>
          <a:lstStyle/>
          <a:p>
            <a:pPr algn="ctr"/>
            <a:r>
              <a:rPr lang="en-US">
                <a:latin typeface="Times New Roman"/>
                <a:cs typeface="Times New Roman"/>
              </a:rPr>
              <a:t>3)CORE KATMANI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E086C-0AC6-F45B-33F8-18DEF8339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7825" y="987287"/>
            <a:ext cx="5755949" cy="4697895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 </a:t>
            </a:r>
            <a:r>
              <a:rPr lang="en-US" sz="2400">
                <a:latin typeface="Times New Roman"/>
                <a:ea typeface="+mn-lt"/>
                <a:cs typeface="+mn-lt"/>
              </a:rPr>
              <a:t>  Bir </a:t>
            </a:r>
            <a:r>
              <a:rPr lang="en-US" sz="2400" err="1">
                <a:latin typeface="Times New Roman"/>
                <a:ea typeface="+mn-lt"/>
                <a:cs typeface="+mn-lt"/>
              </a:rPr>
              <a:t>SuccessResult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oluşturduk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ve</a:t>
            </a:r>
            <a:r>
              <a:rPr lang="en-US" sz="2400">
                <a:latin typeface="Times New Roman"/>
                <a:ea typeface="+mn-lt"/>
                <a:cs typeface="+mn-lt"/>
              </a:rPr>
              <a:t> Result dan inherit </a:t>
            </a:r>
            <a:r>
              <a:rPr lang="en-US" sz="2400" err="1">
                <a:latin typeface="Times New Roman"/>
                <a:ea typeface="+mn-lt"/>
                <a:cs typeface="+mn-lt"/>
              </a:rPr>
              <a:t>edildi</a:t>
            </a:r>
            <a:r>
              <a:rPr lang="en-US" sz="2400">
                <a:latin typeface="Times New Roman"/>
                <a:ea typeface="+mn-lt"/>
                <a:cs typeface="+mn-lt"/>
              </a:rPr>
              <a:t>. </a:t>
            </a:r>
            <a:r>
              <a:rPr lang="en-US" sz="2400" err="1">
                <a:latin typeface="Times New Roman"/>
                <a:ea typeface="+mn-lt"/>
                <a:cs typeface="+mn-lt"/>
              </a:rPr>
              <a:t>Böylece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oradaki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tüm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özellikleri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buraya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tanımladık</a:t>
            </a:r>
            <a:r>
              <a:rPr lang="en-US" sz="2400">
                <a:latin typeface="Times New Roman"/>
                <a:ea typeface="+mn-lt"/>
                <a:cs typeface="+mn-lt"/>
              </a:rPr>
              <a:t>. True/False </a:t>
            </a:r>
            <a:r>
              <a:rPr lang="en-US" sz="2400" err="1">
                <a:latin typeface="Times New Roman"/>
                <a:ea typeface="+mn-lt"/>
                <a:cs typeface="+mn-lt"/>
              </a:rPr>
              <a:t>dönüşünü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kesinlikle</a:t>
            </a:r>
            <a:r>
              <a:rPr lang="en-US" sz="2400">
                <a:latin typeface="Times New Roman"/>
                <a:ea typeface="+mn-lt"/>
                <a:cs typeface="+mn-lt"/>
              </a:rPr>
              <a:t> true </a:t>
            </a:r>
            <a:r>
              <a:rPr lang="en-US" sz="2400" err="1">
                <a:latin typeface="Times New Roman"/>
                <a:ea typeface="+mn-lt"/>
                <a:cs typeface="+mn-lt"/>
              </a:rPr>
              <a:t>olmaya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ayarladık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ve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mesaj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veya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mesajsız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dönüşü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için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iki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farklı</a:t>
            </a:r>
            <a:r>
              <a:rPr lang="en-US" sz="2400">
                <a:latin typeface="Times New Roman"/>
                <a:ea typeface="+mn-lt"/>
                <a:cs typeface="+mn-lt"/>
              </a:rPr>
              <a:t> constructor </a:t>
            </a:r>
            <a:r>
              <a:rPr lang="en-US" sz="2400" err="1">
                <a:latin typeface="Times New Roman"/>
                <a:ea typeface="+mn-lt"/>
                <a:cs typeface="+mn-lt"/>
              </a:rPr>
              <a:t>oluşturduk</a:t>
            </a:r>
            <a:r>
              <a:rPr lang="en-US" sz="2400">
                <a:latin typeface="Times New Roman"/>
                <a:ea typeface="+mn-lt"/>
                <a:cs typeface="+mn-lt"/>
              </a:rPr>
              <a:t>. “super” </a:t>
            </a:r>
            <a:r>
              <a:rPr lang="en-US" sz="2400" err="1">
                <a:latin typeface="Times New Roman"/>
                <a:ea typeface="+mn-lt"/>
                <a:cs typeface="+mn-lt"/>
              </a:rPr>
              <a:t>komutuyla</a:t>
            </a:r>
            <a:r>
              <a:rPr lang="en-US" sz="2400">
                <a:latin typeface="Times New Roman"/>
                <a:ea typeface="+mn-lt"/>
                <a:cs typeface="+mn-lt"/>
              </a:rPr>
              <a:t> base </a:t>
            </a:r>
            <a:r>
              <a:rPr lang="en-US" sz="2400" err="1">
                <a:latin typeface="Times New Roman"/>
                <a:ea typeface="+mn-lt"/>
                <a:cs typeface="+mn-lt"/>
              </a:rPr>
              <a:t>sınıfın</a:t>
            </a:r>
            <a:r>
              <a:rPr lang="en-US" sz="2400">
                <a:latin typeface="Times New Roman"/>
                <a:ea typeface="+mn-lt"/>
                <a:cs typeface="+mn-lt"/>
              </a:rPr>
              <a:t>(Result) </a:t>
            </a:r>
            <a:r>
              <a:rPr lang="en-US" sz="2400" err="1">
                <a:latin typeface="Times New Roman"/>
                <a:ea typeface="+mn-lt"/>
                <a:cs typeface="+mn-lt"/>
              </a:rPr>
              <a:t>constructor’larını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çalıştırıyoruz</a:t>
            </a:r>
            <a:r>
              <a:rPr lang="en-US" sz="2400">
                <a:latin typeface="Times New Roman"/>
                <a:ea typeface="+mn-lt"/>
                <a:cs typeface="+mn-lt"/>
              </a:rPr>
              <a:t>. </a:t>
            </a:r>
            <a:r>
              <a:rPr lang="en-US" sz="2400" err="1">
                <a:latin typeface="Times New Roman"/>
                <a:ea typeface="+mn-lt"/>
                <a:cs typeface="+mn-lt"/>
              </a:rPr>
              <a:t>Aynı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şekilde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bir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tane</a:t>
            </a:r>
            <a:r>
              <a:rPr lang="en-US" sz="2400">
                <a:latin typeface="Times New Roman"/>
                <a:ea typeface="+mn-lt"/>
                <a:cs typeface="+mn-lt"/>
              </a:rPr>
              <a:t> de </a:t>
            </a:r>
            <a:r>
              <a:rPr lang="en-US" sz="2400" err="1">
                <a:latin typeface="Times New Roman"/>
                <a:ea typeface="+mn-lt"/>
                <a:cs typeface="+mn-lt"/>
              </a:rPr>
              <a:t>ErrorResult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oluşturup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oraya</a:t>
            </a:r>
            <a:r>
              <a:rPr lang="en-US" sz="2400">
                <a:latin typeface="Times New Roman"/>
                <a:ea typeface="+mn-lt"/>
                <a:cs typeface="+mn-lt"/>
              </a:rPr>
              <a:t> da true/false </a:t>
            </a:r>
            <a:r>
              <a:rPr lang="en-US" sz="2400" err="1">
                <a:latin typeface="Times New Roman"/>
                <a:ea typeface="+mn-lt"/>
                <a:cs typeface="+mn-lt"/>
              </a:rPr>
              <a:t>dönüşünü</a:t>
            </a:r>
            <a:r>
              <a:rPr lang="en-US" sz="2400">
                <a:latin typeface="Times New Roman"/>
                <a:ea typeface="+mn-lt"/>
                <a:cs typeface="+mn-lt"/>
              </a:rPr>
              <a:t> false </a:t>
            </a:r>
            <a:r>
              <a:rPr lang="en-US" sz="2400" err="1">
                <a:latin typeface="Times New Roman"/>
                <a:ea typeface="+mn-lt"/>
                <a:cs typeface="+mn-lt"/>
              </a:rPr>
              <a:t>olarak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ayarladık</a:t>
            </a:r>
            <a:r>
              <a:rPr lang="en-US" sz="2400">
                <a:latin typeface="Times New Roman"/>
                <a:ea typeface="+mn-lt"/>
                <a:cs typeface="+mn-lt"/>
              </a:rPr>
              <a:t>. Bu </a:t>
            </a:r>
            <a:r>
              <a:rPr lang="en-US" sz="2400" err="1">
                <a:latin typeface="Times New Roman"/>
                <a:ea typeface="+mn-lt"/>
                <a:cs typeface="+mn-lt"/>
              </a:rPr>
              <a:t>sayede</a:t>
            </a:r>
            <a:r>
              <a:rPr lang="en-US" sz="2400">
                <a:latin typeface="Times New Roman"/>
                <a:ea typeface="+mn-lt"/>
                <a:cs typeface="+mn-lt"/>
              </a:rPr>
              <a:t> Business </a:t>
            </a:r>
            <a:r>
              <a:rPr lang="en-US" sz="2400" err="1">
                <a:latin typeface="Times New Roman"/>
                <a:ea typeface="+mn-lt"/>
                <a:cs typeface="+mn-lt"/>
              </a:rPr>
              <a:t>katmanındaki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ve</a:t>
            </a:r>
            <a:r>
              <a:rPr lang="en-US" sz="2400">
                <a:latin typeface="Times New Roman"/>
                <a:ea typeface="+mn-lt"/>
                <a:cs typeface="+mn-lt"/>
              </a:rPr>
              <a:t> Controller </a:t>
            </a:r>
            <a:r>
              <a:rPr lang="en-US" sz="2400" err="1">
                <a:latin typeface="Times New Roman"/>
                <a:ea typeface="+mn-lt"/>
                <a:cs typeface="+mn-lt"/>
              </a:rPr>
              <a:t>katmanındaki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işlemlerde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olumlu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dönüşleri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direkt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bu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sınıflarla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tanımlayabiliyoruz</a:t>
            </a:r>
            <a:r>
              <a:rPr lang="en-US" sz="2400">
                <a:latin typeface="Times New Roman"/>
                <a:ea typeface="+mn-lt"/>
                <a:cs typeface="+mn-lt"/>
              </a:rPr>
              <a:t>. </a:t>
            </a:r>
            <a:r>
              <a:rPr lang="en-US" sz="2400" err="1">
                <a:latin typeface="Times New Roman"/>
                <a:ea typeface="+mn-lt"/>
                <a:cs typeface="+mn-lt"/>
              </a:rPr>
              <a:t>Ayrıca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eğer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bir</a:t>
            </a:r>
            <a:r>
              <a:rPr lang="en-US" sz="2400">
                <a:latin typeface="Times New Roman"/>
                <a:ea typeface="+mn-lt"/>
                <a:cs typeface="+mn-lt"/>
              </a:rPr>
              <a:t> List&lt;Car&gt; </a:t>
            </a:r>
            <a:r>
              <a:rPr lang="en-US" sz="2400" err="1">
                <a:latin typeface="Times New Roman"/>
                <a:ea typeface="+mn-lt"/>
                <a:cs typeface="+mn-lt"/>
              </a:rPr>
              <a:t>döndürülecekse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bunlar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için</a:t>
            </a:r>
            <a:r>
              <a:rPr lang="en-US" sz="2400">
                <a:latin typeface="Times New Roman"/>
                <a:ea typeface="+mn-lt"/>
                <a:cs typeface="+mn-lt"/>
              </a:rPr>
              <a:t> de </a:t>
            </a:r>
            <a:r>
              <a:rPr lang="en-US" sz="2400" err="1">
                <a:latin typeface="Times New Roman"/>
                <a:ea typeface="+mn-lt"/>
                <a:cs typeface="+mn-lt"/>
              </a:rPr>
              <a:t>DataResult</a:t>
            </a:r>
            <a:r>
              <a:rPr lang="en-US" sz="2400">
                <a:latin typeface="Times New Roman"/>
                <a:ea typeface="+mn-lt"/>
                <a:cs typeface="+mn-lt"/>
              </a:rPr>
              <a:t> </a:t>
            </a:r>
            <a:r>
              <a:rPr lang="en-US" sz="2400" err="1">
                <a:latin typeface="Times New Roman"/>
                <a:ea typeface="+mn-lt"/>
                <a:cs typeface="+mn-lt"/>
              </a:rPr>
              <a:t>tanımlandı</a:t>
            </a:r>
            <a:r>
              <a:rPr lang="en-US" sz="2400">
                <a:latin typeface="Times New Roman"/>
                <a:ea typeface="+mn-lt"/>
                <a:cs typeface="+mn-lt"/>
              </a:rPr>
              <a:t>.</a:t>
            </a:r>
            <a:endParaRPr lang="en-US" sz="240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83002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84A80-14D3-E9B5-424B-4D15C2697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3600"/>
          </a:p>
        </p:txBody>
      </p:sp>
      <p:pic>
        <p:nvPicPr>
          <p:cNvPr id="5" name="Content Placeholder 4" descr="A screenshot of a computer&#10;&#10;Açıklama otomatik olarak oluşturuldu">
            <a:extLst>
              <a:ext uri="{FF2B5EF4-FFF2-40B4-BE49-F238E27FC236}">
                <a16:creationId xmlns:a16="http://schemas.microsoft.com/office/drawing/2014/main" id="{D2513339-7473-5008-9174-809F33D2D9D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619" y="1406292"/>
            <a:ext cx="6084453" cy="4695094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52C35-0FEB-DDFC-6FC1-4CAE24DC116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>
                <a:latin typeface="Times New Roman"/>
                <a:cs typeface="Times New Roman"/>
              </a:rPr>
              <a:t>Core </a:t>
            </a:r>
            <a:r>
              <a:rPr lang="en-US" sz="2400" err="1">
                <a:latin typeface="Times New Roman"/>
                <a:cs typeface="Times New Roman"/>
              </a:rPr>
              <a:t>katmanındaki</a:t>
            </a:r>
            <a:r>
              <a:rPr lang="en-US" sz="2400">
                <a:latin typeface="Times New Roman"/>
                <a:cs typeface="Times New Roman"/>
              </a:rPr>
              <a:t> </a:t>
            </a:r>
            <a:r>
              <a:rPr lang="en-US" sz="2400" err="1">
                <a:latin typeface="Times New Roman"/>
                <a:cs typeface="Times New Roman"/>
              </a:rPr>
              <a:t>yazdığımız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kodların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kullanım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örneği</a:t>
            </a:r>
            <a:r>
              <a:rPr lang="en-US" sz="2400">
                <a:latin typeface="Times New Roman"/>
                <a:cs typeface="Times New Roman"/>
              </a:rPr>
              <a:t> </a:t>
            </a:r>
            <a:r>
              <a:rPr lang="en-US" sz="2400" err="1">
                <a:latin typeface="Times New Roman"/>
                <a:cs typeface="Times New Roman"/>
              </a:rPr>
              <a:t>soldaki</a:t>
            </a:r>
            <a:r>
              <a:rPr lang="en-US" sz="2400">
                <a:latin typeface="Times New Roman"/>
                <a:cs typeface="Times New Roman"/>
              </a:rPr>
              <a:t> </a:t>
            </a:r>
            <a:r>
              <a:rPr lang="en-US" sz="2400" err="1">
                <a:latin typeface="Times New Roman"/>
                <a:cs typeface="Times New Roman"/>
              </a:rPr>
              <a:t>görüntüde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gözükmektedir.Swagger'da</a:t>
            </a:r>
            <a:r>
              <a:rPr lang="en-US" sz="2400">
                <a:latin typeface="Times New Roman"/>
                <a:cs typeface="Times New Roman"/>
              </a:rPr>
              <a:t> API </a:t>
            </a:r>
            <a:r>
              <a:rPr lang="en-US" sz="2400" err="1">
                <a:latin typeface="Times New Roman"/>
                <a:cs typeface="Times New Roman"/>
              </a:rPr>
              <a:t>işlemleri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denediğimizde</a:t>
            </a:r>
            <a:r>
              <a:rPr lang="en-US" sz="2400">
                <a:latin typeface="Times New Roman"/>
                <a:cs typeface="Times New Roman"/>
              </a:rPr>
              <a:t> Result </a:t>
            </a:r>
            <a:r>
              <a:rPr lang="en-US" sz="2400" err="1">
                <a:latin typeface="Times New Roman"/>
                <a:cs typeface="Times New Roman"/>
              </a:rPr>
              <a:t>sınıfında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tanımladığımız</a:t>
            </a:r>
            <a:r>
              <a:rPr lang="en-US" sz="2400">
                <a:latin typeface="Times New Roman"/>
                <a:cs typeface="Times New Roman"/>
              </a:rPr>
              <a:t> "success" </a:t>
            </a:r>
            <a:r>
              <a:rPr lang="en-US" sz="2400" err="1">
                <a:latin typeface="Times New Roman"/>
                <a:cs typeface="Times New Roman"/>
              </a:rPr>
              <a:t>ve</a:t>
            </a:r>
            <a:r>
              <a:rPr lang="en-US" sz="2400">
                <a:latin typeface="Times New Roman"/>
                <a:cs typeface="Times New Roman"/>
              </a:rPr>
              <a:t> "message" </a:t>
            </a:r>
            <a:r>
              <a:rPr lang="en-US" sz="2400" err="1">
                <a:latin typeface="Times New Roman"/>
                <a:cs typeface="Times New Roman"/>
              </a:rPr>
              <a:t>burada</a:t>
            </a:r>
            <a:r>
              <a:rPr lang="en-US" sz="2400">
                <a:latin typeface="Times New Roman"/>
                <a:cs typeface="Times New Roman"/>
              </a:rPr>
              <a:t> true </a:t>
            </a:r>
            <a:r>
              <a:rPr lang="en-US" sz="2400" err="1">
                <a:latin typeface="Times New Roman"/>
                <a:cs typeface="Times New Roman"/>
              </a:rPr>
              <a:t>ve</a:t>
            </a:r>
            <a:r>
              <a:rPr lang="en-US" sz="2400">
                <a:latin typeface="Times New Roman"/>
                <a:cs typeface="Times New Roman"/>
              </a:rPr>
              <a:t> Data </a:t>
            </a:r>
            <a:r>
              <a:rPr lang="en-US" sz="2400" err="1">
                <a:latin typeface="Times New Roman"/>
                <a:cs typeface="Times New Roman"/>
              </a:rPr>
              <a:t>Listelendi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olarak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geri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dönüş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sağlıyor</a:t>
            </a:r>
            <a:r>
              <a:rPr lang="en-US" sz="2400">
                <a:latin typeface="Times New Roman"/>
                <a:cs typeface="Times New Roman"/>
              </a:rPr>
              <a:t>. Bu da </a:t>
            </a:r>
            <a:r>
              <a:rPr lang="en-US" sz="2400" err="1">
                <a:latin typeface="Times New Roman"/>
                <a:cs typeface="Times New Roman"/>
              </a:rPr>
              <a:t>kullanıcının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kodunun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doğru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çalışıp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çalışmadığına</a:t>
            </a:r>
            <a:r>
              <a:rPr lang="en-US" sz="2400">
                <a:latin typeface="Times New Roman"/>
                <a:cs typeface="Times New Roman"/>
              </a:rPr>
              <a:t> </a:t>
            </a:r>
            <a:r>
              <a:rPr lang="en-US" sz="2400" err="1">
                <a:latin typeface="Times New Roman"/>
                <a:cs typeface="Times New Roman"/>
              </a:rPr>
              <a:t>yönelik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kolaylık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sağlamaktadır</a:t>
            </a:r>
            <a:r>
              <a:rPr lang="en-US" sz="2400">
                <a:latin typeface="Times New Roman"/>
                <a:cs typeface="Times New Roman"/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84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A0BE05C-DF8D-413F-98A9-FAAB649B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662" y="764373"/>
            <a:ext cx="10814538" cy="1293028"/>
          </a:xfrm>
        </p:spPr>
        <p:txBody>
          <a:bodyPr>
            <a:normAutofit/>
          </a:bodyPr>
          <a:lstStyle/>
          <a:p>
            <a:pPr algn="ctr"/>
            <a:r>
              <a:rPr lang="tr-TR" err="1"/>
              <a:t>constructor</a:t>
            </a:r>
            <a:r>
              <a:rPr lang="tr-TR"/>
              <a:t> ve </a:t>
            </a:r>
            <a:r>
              <a:rPr lang="tr-TR" err="1"/>
              <a:t>thıs</a:t>
            </a:r>
            <a:r>
              <a:rPr lang="tr-TR"/>
              <a:t> </a:t>
            </a:r>
            <a:r>
              <a:rPr lang="tr-TR" err="1"/>
              <a:t>methodu</a:t>
            </a:r>
            <a:endParaRPr lang="tr-TR"/>
          </a:p>
        </p:txBody>
      </p:sp>
      <p:graphicFrame>
        <p:nvGraphicFramePr>
          <p:cNvPr id="15" name="İçerik Yer Tutucusu 2">
            <a:extLst>
              <a:ext uri="{FF2B5EF4-FFF2-40B4-BE49-F238E27FC236}">
                <a16:creationId xmlns:a16="http://schemas.microsoft.com/office/drawing/2014/main" id="{38B071D0-4A05-899A-1481-237D42B9423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2441051"/>
          <a:ext cx="108204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7527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14">
            <a:extLst>
              <a:ext uri="{FF2B5EF4-FFF2-40B4-BE49-F238E27FC236}">
                <a16:creationId xmlns:a16="http://schemas.microsoft.com/office/drawing/2014/main" id="{637BD688-14A6-4B96-B8A2-3CD81C054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B2544F-CA5E-40F6-9525-716A90C8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B93162-635C-46F5-97EC-E98C1659F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B38374-3D47-4A73-20D3-84B6FE25B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2" y="987287"/>
            <a:ext cx="3548269" cy="4697896"/>
          </a:xfrm>
        </p:spPr>
        <p:txBody>
          <a:bodyPr>
            <a:normAutofit/>
          </a:bodyPr>
          <a:lstStyle/>
          <a:p>
            <a:pPr algn="ctr"/>
            <a:r>
              <a:rPr lang="en-US">
                <a:latin typeface="Times New Roman"/>
                <a:cs typeface="Times New Roman"/>
              </a:rPr>
              <a:t>4)</a:t>
            </a:r>
            <a:r>
              <a:rPr lang="en-US" err="1">
                <a:latin typeface="Times New Roman"/>
                <a:cs typeface="Times New Roman"/>
              </a:rPr>
              <a:t>busıness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katmanı</a:t>
            </a:r>
            <a:endParaRPr lang="en-US" err="1"/>
          </a:p>
        </p:txBody>
      </p:sp>
      <p:pic>
        <p:nvPicPr>
          <p:cNvPr id="4" name="Content Placeholder 3" descr="A screen shot of a computer program&#10;&#10;Açıklama otomatik olarak oluşturuldu">
            <a:extLst>
              <a:ext uri="{FF2B5EF4-FFF2-40B4-BE49-F238E27FC236}">
                <a16:creationId xmlns:a16="http://schemas.microsoft.com/office/drawing/2014/main" id="{59C889FE-7B6F-FD8A-3C12-3A2119E0D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30644" y="-3763"/>
            <a:ext cx="7545493" cy="6864721"/>
          </a:xfrm>
        </p:spPr>
      </p:pic>
    </p:spTree>
    <p:extLst>
      <p:ext uri="{BB962C8B-B14F-4D97-AF65-F5344CB8AC3E}">
        <p14:creationId xmlns:p14="http://schemas.microsoft.com/office/powerpoint/2010/main" val="35947621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14">
            <a:extLst>
              <a:ext uri="{FF2B5EF4-FFF2-40B4-BE49-F238E27FC236}">
                <a16:creationId xmlns:a16="http://schemas.microsoft.com/office/drawing/2014/main" id="{637BD688-14A6-4B96-B8A2-3CD81C054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B2544F-CA5E-40F6-9525-716A90C8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B93162-635C-46F5-97EC-E98C1659F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356882-625E-247D-41CE-053014BB3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2" y="987287"/>
            <a:ext cx="3548269" cy="4697896"/>
          </a:xfrm>
        </p:spPr>
        <p:txBody>
          <a:bodyPr>
            <a:normAutofit/>
          </a:bodyPr>
          <a:lstStyle/>
          <a:p>
            <a:pPr algn="ctr"/>
            <a:r>
              <a:rPr lang="en-US">
                <a:latin typeface="Times New Roman"/>
                <a:cs typeface="Times New Roman"/>
              </a:rPr>
              <a:t>4)BUSINESS KATMANI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C3BAD-73DA-3D94-E8CA-8B1EE05D4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7825" y="987287"/>
            <a:ext cx="5755949" cy="4697895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2400" err="1">
                <a:latin typeface="Times New Roman"/>
                <a:cs typeface="Times New Roman"/>
              </a:rPr>
              <a:t>İş</a:t>
            </a:r>
            <a:r>
              <a:rPr lang="en-US" sz="2400">
                <a:latin typeface="Times New Roman"/>
                <a:cs typeface="Times New Roman"/>
              </a:rPr>
              <a:t> </a:t>
            </a:r>
            <a:r>
              <a:rPr lang="en-US" sz="2400" err="1">
                <a:latin typeface="Times New Roman"/>
                <a:cs typeface="Times New Roman"/>
              </a:rPr>
              <a:t>kodlarımız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bu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katmanda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görülmektedir</a:t>
            </a:r>
            <a:r>
              <a:rPr lang="en-US" sz="2400">
                <a:latin typeface="Times New Roman"/>
                <a:cs typeface="Times New Roman"/>
              </a:rPr>
              <a:t>. </a:t>
            </a:r>
            <a:r>
              <a:rPr lang="en-US" sz="2400" err="1">
                <a:latin typeface="Times New Roman"/>
                <a:cs typeface="Times New Roman"/>
              </a:rPr>
              <a:t>DataAccess'de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yazdığımız</a:t>
            </a:r>
            <a:r>
              <a:rPr lang="en-US" sz="2400">
                <a:latin typeface="Times New Roman"/>
                <a:cs typeface="Times New Roman"/>
              </a:rPr>
              <a:t> SQL </a:t>
            </a:r>
            <a:r>
              <a:rPr lang="en-US" sz="2400" err="1">
                <a:latin typeface="Times New Roman"/>
                <a:cs typeface="Times New Roman"/>
              </a:rPr>
              <a:t>sorgularını</a:t>
            </a:r>
            <a:r>
              <a:rPr lang="en-US" sz="2400">
                <a:latin typeface="Times New Roman"/>
                <a:cs typeface="Times New Roman"/>
              </a:rPr>
              <a:t> "Service" interface </a:t>
            </a:r>
            <a:r>
              <a:rPr lang="en-US" sz="2400" err="1">
                <a:latin typeface="Times New Roman"/>
                <a:cs typeface="Times New Roman"/>
              </a:rPr>
              <a:t>sınıflarında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uygun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metotlara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dönüştürdük</a:t>
            </a:r>
            <a:r>
              <a:rPr lang="en-US" sz="2400">
                <a:latin typeface="Times New Roman"/>
                <a:cs typeface="Times New Roman"/>
              </a:rPr>
              <a:t>. Manager </a:t>
            </a:r>
            <a:r>
              <a:rPr lang="en-US" sz="2400" err="1">
                <a:latin typeface="Times New Roman"/>
                <a:cs typeface="Times New Roman"/>
              </a:rPr>
              <a:t>sınıfları</a:t>
            </a:r>
            <a:r>
              <a:rPr lang="en-US" sz="2400">
                <a:latin typeface="Times New Roman"/>
                <a:cs typeface="Times New Roman"/>
              </a:rPr>
              <a:t>, implement </a:t>
            </a:r>
            <a:r>
              <a:rPr lang="en-US" sz="2400" err="1">
                <a:latin typeface="Times New Roman"/>
                <a:cs typeface="Times New Roman"/>
              </a:rPr>
              <a:t>etmeleriyle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birlikte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zorunlu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davranışları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uygulamak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zorunda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kaldı.Kod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örneğinde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görüldüğü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üzere</a:t>
            </a:r>
            <a:r>
              <a:rPr lang="en-US" sz="2400">
                <a:latin typeface="Times New Roman"/>
                <a:cs typeface="Times New Roman"/>
              </a:rPr>
              <a:t> </a:t>
            </a:r>
            <a:r>
              <a:rPr lang="en-US" sz="2400" err="1">
                <a:latin typeface="Times New Roman"/>
                <a:cs typeface="Times New Roman"/>
              </a:rPr>
              <a:t>ekleme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yapıyorsak</a:t>
            </a:r>
            <a:r>
              <a:rPr lang="en-US" sz="2400">
                <a:latin typeface="Times New Roman"/>
                <a:cs typeface="Times New Roman"/>
              </a:rPr>
              <a:t> </a:t>
            </a:r>
            <a:r>
              <a:rPr lang="en-US" sz="2400" err="1">
                <a:latin typeface="Times New Roman"/>
                <a:cs typeface="Times New Roman"/>
              </a:rPr>
              <a:t>ona</a:t>
            </a:r>
            <a:r>
              <a:rPr lang="en-US" sz="2400">
                <a:latin typeface="Times New Roman"/>
                <a:cs typeface="Times New Roman"/>
              </a:rPr>
              <a:t> </a:t>
            </a:r>
            <a:r>
              <a:rPr lang="en-US" sz="2400" err="1">
                <a:latin typeface="Times New Roman"/>
                <a:cs typeface="Times New Roman"/>
              </a:rPr>
              <a:t>uygun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SuccessResult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döndürürken</a:t>
            </a:r>
            <a:r>
              <a:rPr lang="en-US" sz="2400">
                <a:latin typeface="Times New Roman"/>
                <a:cs typeface="Times New Roman"/>
              </a:rPr>
              <a:t>, </a:t>
            </a:r>
            <a:r>
              <a:rPr lang="en-US" sz="2400" err="1">
                <a:latin typeface="Times New Roman"/>
                <a:cs typeface="Times New Roman"/>
              </a:rPr>
              <a:t>listeleme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gerektiren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metot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uyguluyorsak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SuccessDataResult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döndürdük</a:t>
            </a:r>
            <a:r>
              <a:rPr lang="en-US" sz="2400">
                <a:latin typeface="Times New Roman"/>
                <a:cs typeface="Times New Roman"/>
              </a:rPr>
              <a:t>. @Autowired </a:t>
            </a:r>
            <a:r>
              <a:rPr lang="en-US" sz="2400" err="1">
                <a:latin typeface="Times New Roman"/>
                <a:cs typeface="Times New Roman"/>
              </a:rPr>
              <a:t>anatasyonu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ile</a:t>
            </a:r>
            <a:r>
              <a:rPr lang="en-US" sz="2400">
                <a:latin typeface="Times New Roman"/>
                <a:cs typeface="Times New Roman"/>
              </a:rPr>
              <a:t> Spring Boot, Dao </a:t>
            </a:r>
            <a:r>
              <a:rPr lang="en-US" sz="2400" err="1">
                <a:latin typeface="Times New Roman"/>
                <a:cs typeface="Times New Roman"/>
              </a:rPr>
              <a:t>sınıflarına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karşılık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gelebilecek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sınıflar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üretiyor</a:t>
            </a:r>
            <a:r>
              <a:rPr lang="en-US" sz="2400">
                <a:latin typeface="Times New Roman"/>
                <a:cs typeface="Times New Roman"/>
              </a:rPr>
              <a:t>. @Service </a:t>
            </a:r>
            <a:r>
              <a:rPr lang="en-US" sz="2400" err="1">
                <a:latin typeface="Times New Roman"/>
                <a:cs typeface="Times New Roman"/>
              </a:rPr>
              <a:t>ile</a:t>
            </a:r>
            <a:r>
              <a:rPr lang="en-US" sz="2400">
                <a:latin typeface="Times New Roman"/>
                <a:cs typeface="Times New Roman"/>
              </a:rPr>
              <a:t> de </a:t>
            </a:r>
            <a:r>
              <a:rPr lang="en-US" sz="2400" err="1">
                <a:latin typeface="Times New Roman"/>
                <a:cs typeface="Times New Roman"/>
              </a:rPr>
              <a:t>bu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sınıfın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amacını</a:t>
            </a:r>
            <a:r>
              <a:rPr lang="en-US" sz="2400">
                <a:latin typeface="Times New Roman"/>
                <a:cs typeface="Times New Roman"/>
              </a:rPr>
              <a:t> Spring </a:t>
            </a:r>
            <a:r>
              <a:rPr lang="en-US" sz="2400" err="1">
                <a:latin typeface="Times New Roman"/>
                <a:cs typeface="Times New Roman"/>
              </a:rPr>
              <a:t>Boot'a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iletiyoruz</a:t>
            </a:r>
            <a:r>
              <a:rPr lang="en-US" sz="2400">
                <a:latin typeface="Times New Roman"/>
                <a:cs typeface="Times New Roman"/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32400276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14">
            <a:extLst>
              <a:ext uri="{FF2B5EF4-FFF2-40B4-BE49-F238E27FC236}">
                <a16:creationId xmlns:a16="http://schemas.microsoft.com/office/drawing/2014/main" id="{637BD688-14A6-4B96-B8A2-3CD81C054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B2544F-CA5E-40F6-9525-716A90C8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B93162-635C-46F5-97EC-E98C1659F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2DFAEA-C897-D350-0737-57B62090B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2" y="987287"/>
            <a:ext cx="3548269" cy="4697896"/>
          </a:xfrm>
        </p:spPr>
        <p:txBody>
          <a:bodyPr>
            <a:normAutofit/>
          </a:bodyPr>
          <a:lstStyle/>
          <a:p>
            <a:pPr algn="ctr"/>
            <a:r>
              <a:rPr lang="en-US">
                <a:latin typeface="Times New Roman"/>
                <a:cs typeface="Times New Roman"/>
              </a:rPr>
              <a:t>5)API KATMANI</a:t>
            </a:r>
            <a:endParaRPr lang="en-US"/>
          </a:p>
        </p:txBody>
      </p:sp>
      <p:pic>
        <p:nvPicPr>
          <p:cNvPr id="4" name="Content Placeholder 3" descr="A screen shot of a computer code&#10;&#10;Açıklama otomatik olarak oluşturuldu">
            <a:extLst>
              <a:ext uri="{FF2B5EF4-FFF2-40B4-BE49-F238E27FC236}">
                <a16:creationId xmlns:a16="http://schemas.microsoft.com/office/drawing/2014/main" id="{18CCAED4-4375-98D3-0E8A-1BF4CE3003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30644" y="-5914"/>
            <a:ext cx="7545493" cy="6854466"/>
          </a:xfrm>
        </p:spPr>
      </p:pic>
    </p:spTree>
    <p:extLst>
      <p:ext uri="{BB962C8B-B14F-4D97-AF65-F5344CB8AC3E}">
        <p14:creationId xmlns:p14="http://schemas.microsoft.com/office/powerpoint/2010/main" val="17573178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14">
            <a:extLst>
              <a:ext uri="{FF2B5EF4-FFF2-40B4-BE49-F238E27FC236}">
                <a16:creationId xmlns:a16="http://schemas.microsoft.com/office/drawing/2014/main" id="{637BD688-14A6-4B96-B8A2-3CD81C054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B2544F-CA5E-40F6-9525-716A90C8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B93162-635C-46F5-97EC-E98C1659F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FAC3A8-99F6-1559-4058-126F5D3CA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922" y="987287"/>
            <a:ext cx="3548269" cy="4697896"/>
          </a:xfrm>
        </p:spPr>
        <p:txBody>
          <a:bodyPr>
            <a:normAutofit/>
          </a:bodyPr>
          <a:lstStyle/>
          <a:p>
            <a:pPr algn="ctr"/>
            <a:r>
              <a:rPr lang="en-US">
                <a:latin typeface="Times New Roman"/>
                <a:cs typeface="Times New Roman"/>
              </a:rPr>
              <a:t>5)API KATMANI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3616D-9AF5-2151-92F6-78588F736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7825" y="987287"/>
            <a:ext cx="5755949" cy="4697895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2400">
                <a:latin typeface="Times New Roman"/>
                <a:cs typeface="Times New Roman"/>
              </a:rPr>
              <a:t>Bu </a:t>
            </a:r>
            <a:r>
              <a:rPr lang="en-US" sz="2400" err="1">
                <a:latin typeface="Times New Roman"/>
                <a:cs typeface="Times New Roman"/>
              </a:rPr>
              <a:t>katmanla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dış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dünyaya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kodlarımızı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iletebiliyoruz</a:t>
            </a:r>
            <a:r>
              <a:rPr lang="en-US" sz="2400">
                <a:latin typeface="Times New Roman"/>
                <a:cs typeface="Times New Roman"/>
              </a:rPr>
              <a:t>. </a:t>
            </a:r>
            <a:r>
              <a:rPr lang="en-US" sz="2400" err="1">
                <a:latin typeface="Times New Roman"/>
                <a:cs typeface="Times New Roman"/>
              </a:rPr>
              <a:t>Önceki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katmanlarda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oluşturduğumuz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sorguları</a:t>
            </a:r>
            <a:r>
              <a:rPr lang="en-US" sz="2400">
                <a:latin typeface="Times New Roman"/>
                <a:cs typeface="Times New Roman"/>
              </a:rPr>
              <a:t> </a:t>
            </a:r>
            <a:r>
              <a:rPr lang="en-US" sz="2400" err="1">
                <a:latin typeface="Times New Roman"/>
                <a:cs typeface="Times New Roman"/>
              </a:rPr>
              <a:t>anlamlandırıyoruz</a:t>
            </a:r>
            <a:r>
              <a:rPr lang="en-US" sz="2400">
                <a:latin typeface="Times New Roman"/>
                <a:cs typeface="Times New Roman"/>
              </a:rPr>
              <a:t>. @GetMapping </a:t>
            </a:r>
            <a:r>
              <a:rPr lang="en-US" sz="2400" err="1">
                <a:latin typeface="Times New Roman"/>
                <a:cs typeface="Times New Roman"/>
              </a:rPr>
              <a:t>ile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verileri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getirme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işlemi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yapıp</a:t>
            </a:r>
            <a:r>
              <a:rPr lang="en-US" sz="2400">
                <a:latin typeface="Times New Roman"/>
                <a:cs typeface="Times New Roman"/>
              </a:rPr>
              <a:t> @PostMapping </a:t>
            </a:r>
            <a:r>
              <a:rPr lang="en-US" sz="2400" err="1">
                <a:latin typeface="Times New Roman"/>
                <a:cs typeface="Times New Roman"/>
              </a:rPr>
              <a:t>ile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ekleme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yapıyoruz</a:t>
            </a:r>
            <a:r>
              <a:rPr lang="en-US" sz="2400">
                <a:latin typeface="Times New Roman"/>
                <a:cs typeface="Times New Roman"/>
              </a:rPr>
              <a:t>. </a:t>
            </a:r>
            <a:r>
              <a:rPr lang="en-US" sz="2400" err="1">
                <a:latin typeface="Times New Roman"/>
                <a:cs typeface="Times New Roman"/>
              </a:rPr>
              <a:t>Yanlarında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yazdığımız</a:t>
            </a:r>
            <a:r>
              <a:rPr lang="en-US" sz="2400">
                <a:latin typeface="Times New Roman"/>
                <a:cs typeface="Times New Roman"/>
              </a:rPr>
              <a:t> route </a:t>
            </a:r>
            <a:r>
              <a:rPr lang="en-US" sz="2400" err="1">
                <a:latin typeface="Times New Roman"/>
                <a:cs typeface="Times New Roman"/>
              </a:rPr>
              <a:t>isimleri</a:t>
            </a:r>
            <a:r>
              <a:rPr lang="en-US" sz="2400">
                <a:latin typeface="Times New Roman"/>
                <a:cs typeface="Times New Roman"/>
              </a:rPr>
              <a:t> de </a:t>
            </a:r>
            <a:r>
              <a:rPr lang="en-US" sz="2400" err="1">
                <a:latin typeface="Times New Roman"/>
                <a:cs typeface="Times New Roman"/>
              </a:rPr>
              <a:t>metotun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ismiyle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aynı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olmalı</a:t>
            </a:r>
            <a:r>
              <a:rPr lang="en-US" sz="2400">
                <a:latin typeface="Times New Roman"/>
                <a:cs typeface="Times New Roman"/>
              </a:rPr>
              <a:t>. @RequestParam </a:t>
            </a:r>
            <a:r>
              <a:rPr lang="en-US" sz="2400" err="1">
                <a:latin typeface="Times New Roman"/>
                <a:cs typeface="Times New Roman"/>
              </a:rPr>
              <a:t>ile</a:t>
            </a:r>
            <a:r>
              <a:rPr lang="en-US" sz="2400">
                <a:latin typeface="Times New Roman"/>
                <a:cs typeface="Times New Roman"/>
              </a:rPr>
              <a:t> HTTP </a:t>
            </a:r>
            <a:r>
              <a:rPr lang="en-US" sz="2400" err="1">
                <a:latin typeface="Times New Roman"/>
                <a:cs typeface="Times New Roman"/>
              </a:rPr>
              <a:t>isteğinin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parametresini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alıyoruz</a:t>
            </a:r>
            <a:r>
              <a:rPr lang="en-US" sz="2400">
                <a:latin typeface="Times New Roman"/>
                <a:cs typeface="Times New Roman"/>
              </a:rPr>
              <a:t>. @RequestBody </a:t>
            </a:r>
            <a:r>
              <a:rPr lang="en-US" sz="2400" err="1">
                <a:latin typeface="Times New Roman"/>
                <a:cs typeface="Times New Roman"/>
              </a:rPr>
              <a:t>ile</a:t>
            </a:r>
            <a:r>
              <a:rPr lang="en-US" sz="2400">
                <a:latin typeface="Times New Roman"/>
                <a:cs typeface="Times New Roman"/>
              </a:rPr>
              <a:t> HTTP </a:t>
            </a:r>
            <a:r>
              <a:rPr lang="en-US" sz="2400" err="1">
                <a:latin typeface="Times New Roman"/>
                <a:cs typeface="Times New Roman"/>
              </a:rPr>
              <a:t>isteğinin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gövdesinden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gelen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veriyi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alıyoruz</a:t>
            </a:r>
            <a:r>
              <a:rPr lang="en-US" sz="2400">
                <a:latin typeface="Times New Roman"/>
                <a:cs typeface="Times New Roman"/>
              </a:rPr>
              <a:t>. </a:t>
            </a:r>
          </a:p>
          <a:p>
            <a:pPr marL="0" indent="0">
              <a:buNone/>
            </a:pPr>
            <a:r>
              <a:rPr lang="en-US" sz="2400">
                <a:latin typeface="Times New Roman"/>
                <a:cs typeface="Times New Roman"/>
              </a:rPr>
              <a:t>Bu </a:t>
            </a:r>
            <a:r>
              <a:rPr lang="en-US" sz="2400" err="1">
                <a:latin typeface="Times New Roman"/>
                <a:cs typeface="Times New Roman"/>
              </a:rPr>
              <a:t>katmanda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yazdığımız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metotlar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ve</a:t>
            </a:r>
            <a:r>
              <a:rPr lang="en-US" sz="2400">
                <a:latin typeface="Times New Roman"/>
                <a:cs typeface="Times New Roman"/>
              </a:rPr>
              <a:t> route </a:t>
            </a:r>
            <a:r>
              <a:rPr lang="en-US" sz="2400" err="1">
                <a:latin typeface="Times New Roman"/>
                <a:cs typeface="Times New Roman"/>
              </a:rPr>
              <a:t>isimleri</a:t>
            </a:r>
            <a:r>
              <a:rPr lang="en-US" sz="2400">
                <a:latin typeface="Times New Roman"/>
                <a:cs typeface="Times New Roman"/>
              </a:rPr>
              <a:t>, Swagger </a:t>
            </a:r>
            <a:r>
              <a:rPr lang="en-US" sz="2400" err="1">
                <a:latin typeface="Times New Roman"/>
                <a:cs typeface="Times New Roman"/>
              </a:rPr>
              <a:t>veya</a:t>
            </a:r>
            <a:r>
              <a:rPr lang="en-US" sz="2400">
                <a:latin typeface="Times New Roman"/>
                <a:cs typeface="Times New Roman"/>
              </a:rPr>
              <a:t> Postman </a:t>
            </a:r>
            <a:r>
              <a:rPr lang="en-US" sz="2400" err="1">
                <a:latin typeface="Times New Roman"/>
                <a:cs typeface="Times New Roman"/>
              </a:rPr>
              <a:t>gibi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alanlarda</a:t>
            </a:r>
            <a:r>
              <a:rPr lang="en-US" sz="2400">
                <a:latin typeface="Times New Roman"/>
                <a:cs typeface="Times New Roman"/>
              </a:rPr>
              <a:t> API </a:t>
            </a:r>
            <a:r>
              <a:rPr lang="en-US" sz="2400" err="1">
                <a:latin typeface="Times New Roman"/>
                <a:cs typeface="Times New Roman"/>
              </a:rPr>
              <a:t>mizi</a:t>
            </a:r>
            <a:r>
              <a:rPr lang="en-US" sz="2400">
                <a:latin typeface="Times New Roman"/>
                <a:cs typeface="Times New Roman"/>
              </a:rPr>
              <a:t> test </a:t>
            </a:r>
            <a:r>
              <a:rPr lang="en-US" sz="2400" err="1">
                <a:latin typeface="Times New Roman"/>
                <a:cs typeface="Times New Roman"/>
              </a:rPr>
              <a:t>etmek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ve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bu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kodları</a:t>
            </a:r>
            <a:r>
              <a:rPr lang="en-US" sz="2400">
                <a:latin typeface="Times New Roman"/>
                <a:cs typeface="Times New Roman"/>
              </a:rPr>
              <a:t> Frontend </a:t>
            </a:r>
            <a:r>
              <a:rPr lang="en-US" sz="2400" err="1">
                <a:latin typeface="Times New Roman"/>
                <a:cs typeface="Times New Roman"/>
              </a:rPr>
              <a:t>kısmında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kullanıp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kodumuzu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somut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bir</a:t>
            </a:r>
            <a:r>
              <a:rPr lang="en-US" sz="2400">
                <a:latin typeface="Times New Roman"/>
                <a:cs typeface="Times New Roman"/>
              </a:rPr>
              <a:t> hale </a:t>
            </a:r>
            <a:r>
              <a:rPr lang="en-US" sz="2400" err="1">
                <a:latin typeface="Times New Roman"/>
                <a:cs typeface="Times New Roman"/>
              </a:rPr>
              <a:t>getirmeye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katkı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sağlıyor</a:t>
            </a:r>
            <a:r>
              <a:rPr lang="en-US" sz="240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7553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14CD6-58B7-8D31-2D1A-A601F0E55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3" y="764373"/>
            <a:ext cx="11492947" cy="1293028"/>
          </a:xfrm>
        </p:spPr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Dependency </a:t>
            </a:r>
            <a:r>
              <a:rPr lang="en-US" err="1">
                <a:latin typeface="Times New Roman"/>
                <a:cs typeface="Times New Roman"/>
              </a:rPr>
              <a:t>ınjectıon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476FA9-511B-2459-0115-B3C70949981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/>
              <a:t>Bu </a:t>
            </a:r>
            <a:r>
              <a:rPr lang="en-US" err="1"/>
              <a:t>soldaki</a:t>
            </a:r>
            <a:r>
              <a:rPr lang="en-US"/>
              <a:t> </a:t>
            </a:r>
            <a:r>
              <a:rPr lang="en-US" err="1"/>
              <a:t>kod</a:t>
            </a:r>
            <a:r>
              <a:rPr lang="en-US"/>
              <a:t> API </a:t>
            </a:r>
            <a:r>
              <a:rPr lang="en-US" err="1"/>
              <a:t>katmanından</a:t>
            </a:r>
            <a:r>
              <a:rPr lang="en-US"/>
              <a:t> </a:t>
            </a:r>
            <a:r>
              <a:rPr lang="en-US" err="1"/>
              <a:t>bir</a:t>
            </a:r>
            <a:r>
              <a:rPr lang="en-US"/>
              <a:t> </a:t>
            </a:r>
            <a:r>
              <a:rPr lang="en-US" err="1"/>
              <a:t>örnektir.Bunu</a:t>
            </a:r>
            <a:r>
              <a:rPr lang="en-US"/>
              <a:t> </a:t>
            </a:r>
            <a:r>
              <a:rPr lang="en-US" err="1"/>
              <a:t>yapmamız</a:t>
            </a:r>
            <a:r>
              <a:rPr lang="en-US"/>
              <a:t> </a:t>
            </a:r>
            <a:r>
              <a:rPr lang="en-US" err="1"/>
              <a:t>katmanlar</a:t>
            </a:r>
            <a:r>
              <a:rPr lang="en-US"/>
              <a:t> </a:t>
            </a:r>
            <a:r>
              <a:rPr lang="en-US" err="1"/>
              <a:t>arasındaki</a:t>
            </a:r>
            <a:r>
              <a:rPr lang="en-US"/>
              <a:t> </a:t>
            </a:r>
            <a:r>
              <a:rPr lang="en-US" err="1"/>
              <a:t>iletişimi</a:t>
            </a:r>
            <a:r>
              <a:rPr lang="en-US"/>
              <a:t> </a:t>
            </a:r>
            <a:r>
              <a:rPr lang="en-US" err="1"/>
              <a:t>sağlıyor</a:t>
            </a:r>
            <a:r>
              <a:rPr lang="en-US"/>
              <a:t>. Bir Interface </a:t>
            </a:r>
            <a:r>
              <a:rPr lang="en-US" err="1"/>
              <a:t>sınıfı</a:t>
            </a:r>
            <a:r>
              <a:rPr lang="en-US"/>
              <a:t> implement </a:t>
            </a:r>
            <a:r>
              <a:rPr lang="en-US" err="1"/>
              <a:t>edilemez</a:t>
            </a:r>
            <a:r>
              <a:rPr lang="en-US"/>
              <a:t>. Bu </a:t>
            </a:r>
            <a:r>
              <a:rPr lang="en-US" err="1"/>
              <a:t>yüzden</a:t>
            </a:r>
            <a:r>
              <a:rPr lang="en-US"/>
              <a:t> </a:t>
            </a:r>
            <a:r>
              <a:rPr lang="en-US" err="1"/>
              <a:t>bu</a:t>
            </a:r>
            <a:r>
              <a:rPr lang="en-US"/>
              <a:t> </a:t>
            </a:r>
            <a:r>
              <a:rPr lang="en-US" err="1"/>
              <a:t>yaptığımız</a:t>
            </a:r>
            <a:r>
              <a:rPr lang="en-US"/>
              <a:t> </a:t>
            </a:r>
            <a:r>
              <a:rPr lang="en-US" err="1"/>
              <a:t>yöntem</a:t>
            </a:r>
            <a:r>
              <a:rPr lang="en-US"/>
              <a:t> </a:t>
            </a:r>
            <a:r>
              <a:rPr lang="en-US" err="1"/>
              <a:t>ile</a:t>
            </a:r>
            <a:r>
              <a:rPr lang="en-US"/>
              <a:t> </a:t>
            </a:r>
            <a:r>
              <a:rPr lang="en-US" err="1"/>
              <a:t>CarManager'da</a:t>
            </a:r>
            <a:r>
              <a:rPr lang="en-US"/>
              <a:t> </a:t>
            </a:r>
            <a:r>
              <a:rPr lang="en-US" err="1"/>
              <a:t>uygulanmış</a:t>
            </a:r>
            <a:r>
              <a:rPr lang="en-US"/>
              <a:t> </a:t>
            </a:r>
            <a:r>
              <a:rPr lang="en-US" err="1"/>
              <a:t>kuralları</a:t>
            </a:r>
            <a:r>
              <a:rPr lang="en-US"/>
              <a:t> API </a:t>
            </a:r>
            <a:r>
              <a:rPr lang="en-US" err="1"/>
              <a:t>katmanına</a:t>
            </a:r>
            <a:r>
              <a:rPr lang="en-US"/>
              <a:t> </a:t>
            </a:r>
            <a:r>
              <a:rPr lang="en-US" err="1"/>
              <a:t>bağlayabiliyoruz</a:t>
            </a:r>
            <a:r>
              <a:rPr lang="en-US"/>
              <a:t>. </a:t>
            </a:r>
            <a:r>
              <a:rPr lang="en-US" err="1"/>
              <a:t>CarService</a:t>
            </a:r>
            <a:r>
              <a:rPr lang="en-US"/>
              <a:t> buna </a:t>
            </a:r>
            <a:r>
              <a:rPr lang="en-US" err="1"/>
              <a:t>uygun</a:t>
            </a:r>
            <a:r>
              <a:rPr lang="en-US"/>
              <a:t> </a:t>
            </a:r>
            <a:r>
              <a:rPr lang="en-US" err="1"/>
              <a:t>arkada</a:t>
            </a:r>
            <a:r>
              <a:rPr lang="en-US"/>
              <a:t> </a:t>
            </a:r>
            <a:r>
              <a:rPr lang="en-US" err="1"/>
              <a:t>bir</a:t>
            </a:r>
            <a:r>
              <a:rPr lang="en-US"/>
              <a:t> class </a:t>
            </a:r>
            <a:r>
              <a:rPr lang="en-US" err="1"/>
              <a:t>oluşturur</a:t>
            </a:r>
            <a:r>
              <a:rPr lang="en-US"/>
              <a:t> </a:t>
            </a:r>
            <a:r>
              <a:rPr lang="en-US" err="1"/>
              <a:t>ve</a:t>
            </a:r>
            <a:r>
              <a:rPr lang="en-US"/>
              <a:t> Controller </a:t>
            </a:r>
            <a:r>
              <a:rPr lang="en-US" err="1"/>
              <a:t>sınıfının</a:t>
            </a:r>
            <a:r>
              <a:rPr lang="en-US"/>
              <a:t> </a:t>
            </a:r>
            <a:r>
              <a:rPr lang="en-US" err="1"/>
              <a:t>bu</a:t>
            </a:r>
            <a:r>
              <a:rPr lang="en-US"/>
              <a:t> </a:t>
            </a:r>
            <a:r>
              <a:rPr lang="en-US" err="1"/>
              <a:t>görevleri</a:t>
            </a:r>
            <a:r>
              <a:rPr lang="en-US"/>
              <a:t> </a:t>
            </a:r>
            <a:r>
              <a:rPr lang="en-US" err="1"/>
              <a:t>yapabilmesini</a:t>
            </a:r>
            <a:r>
              <a:rPr lang="en-US"/>
              <a:t> </a:t>
            </a:r>
            <a:r>
              <a:rPr lang="en-US" err="1"/>
              <a:t>sağlar</a:t>
            </a:r>
            <a:r>
              <a:rPr lang="en-US"/>
              <a:t>. </a:t>
            </a:r>
            <a:r>
              <a:rPr lang="en-US" err="1"/>
              <a:t>Ayrıca</a:t>
            </a:r>
            <a:r>
              <a:rPr lang="en-US"/>
              <a:t> </a:t>
            </a:r>
            <a:r>
              <a:rPr lang="en-US" err="1"/>
              <a:t>bu</a:t>
            </a:r>
            <a:r>
              <a:rPr lang="en-US"/>
              <a:t> </a:t>
            </a:r>
            <a:r>
              <a:rPr lang="en-US" err="1"/>
              <a:t>sayede</a:t>
            </a:r>
            <a:r>
              <a:rPr lang="en-US"/>
              <a:t> </a:t>
            </a:r>
            <a:r>
              <a:rPr lang="en-US" err="1"/>
              <a:t>katmandaki</a:t>
            </a:r>
            <a:r>
              <a:rPr lang="en-US"/>
              <a:t> </a:t>
            </a:r>
            <a:r>
              <a:rPr lang="en-US" err="1"/>
              <a:t>tek</a:t>
            </a:r>
            <a:r>
              <a:rPr lang="en-US"/>
              <a:t> </a:t>
            </a:r>
            <a:r>
              <a:rPr lang="en-US" err="1"/>
              <a:t>sınıfa</a:t>
            </a:r>
            <a:r>
              <a:rPr lang="en-US"/>
              <a:t> </a:t>
            </a:r>
            <a:r>
              <a:rPr lang="en-US" err="1"/>
              <a:t>bağımlı</a:t>
            </a:r>
            <a:r>
              <a:rPr lang="en-US"/>
              <a:t> </a:t>
            </a:r>
            <a:r>
              <a:rPr lang="en-US" err="1"/>
              <a:t>olmayıp</a:t>
            </a:r>
            <a:r>
              <a:rPr lang="en-US"/>
              <a:t> o </a:t>
            </a:r>
            <a:r>
              <a:rPr lang="en-US" err="1"/>
              <a:t>katmandaki</a:t>
            </a:r>
            <a:r>
              <a:rPr lang="en-US"/>
              <a:t> </a:t>
            </a:r>
            <a:r>
              <a:rPr lang="en-US" err="1"/>
              <a:t>özellikleri</a:t>
            </a:r>
            <a:r>
              <a:rPr lang="en-US"/>
              <a:t> </a:t>
            </a:r>
            <a:r>
              <a:rPr lang="en-US" err="1"/>
              <a:t>direkt</a:t>
            </a:r>
            <a:r>
              <a:rPr lang="en-US"/>
              <a:t> </a:t>
            </a:r>
            <a:r>
              <a:rPr lang="en-US" err="1"/>
              <a:t>kullanabilir</a:t>
            </a:r>
            <a:r>
              <a:rPr lang="en-US"/>
              <a:t> </a:t>
            </a:r>
            <a:r>
              <a:rPr lang="en-US" err="1"/>
              <a:t>durumda</a:t>
            </a:r>
            <a:r>
              <a:rPr lang="en-US"/>
              <a:t> </a:t>
            </a:r>
            <a:r>
              <a:rPr lang="en-US" err="1"/>
              <a:t>oluruz</a:t>
            </a:r>
            <a:r>
              <a:rPr lang="en-US"/>
              <a:t>.</a:t>
            </a:r>
          </a:p>
        </p:txBody>
      </p:sp>
      <p:pic>
        <p:nvPicPr>
          <p:cNvPr id="22" name="Content Placeholder 21" descr="A screen shot of a computer&#10;&#10;Açıklama otomatik olarak oluşturuldu">
            <a:extLst>
              <a:ext uri="{FF2B5EF4-FFF2-40B4-BE49-F238E27FC236}">
                <a16:creationId xmlns:a16="http://schemas.microsoft.com/office/drawing/2014/main" id="{34B75CF6-2F75-8A5B-7D9F-4C1B4BD134D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-6927" y="2348182"/>
            <a:ext cx="6095999" cy="3739969"/>
          </a:xfrm>
        </p:spPr>
      </p:pic>
    </p:spTree>
    <p:extLst>
      <p:ext uri="{BB962C8B-B14F-4D97-AF65-F5344CB8AC3E}">
        <p14:creationId xmlns:p14="http://schemas.microsoft.com/office/powerpoint/2010/main" val="21202515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6B13A-554F-BD92-019A-B75990B96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Açıklama otomatik olarak oluşturuldu">
            <a:extLst>
              <a:ext uri="{FF2B5EF4-FFF2-40B4-BE49-F238E27FC236}">
                <a16:creationId xmlns:a16="http://schemas.microsoft.com/office/drawing/2014/main" id="{06AAD7D1-A4EA-FD38-64A4-A945B134B9A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-6927" y="945651"/>
            <a:ext cx="5957454" cy="5575211"/>
          </a:xfrm>
        </p:spPr>
      </p:pic>
      <p:pic>
        <p:nvPicPr>
          <p:cNvPr id="6" name="Content Placeholder 5" descr="A screenshot of a computer&#10;&#10;Açıklama otomatik olarak oluşturuldu">
            <a:extLst>
              <a:ext uri="{FF2B5EF4-FFF2-40B4-BE49-F238E27FC236}">
                <a16:creationId xmlns:a16="http://schemas.microsoft.com/office/drawing/2014/main" id="{304C4182-8DCA-E115-5ECB-3B327486CBF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1383" y="944001"/>
            <a:ext cx="6095999" cy="5578515"/>
          </a:xfrm>
        </p:spPr>
      </p:pic>
    </p:spTree>
    <p:extLst>
      <p:ext uri="{BB962C8B-B14F-4D97-AF65-F5344CB8AC3E}">
        <p14:creationId xmlns:p14="http://schemas.microsoft.com/office/powerpoint/2010/main" val="21873490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80FBD-A105-C315-9BE4-4701BE320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 shot of a computer program&#10;&#10;Açıklama otomatik olarak oluşturuldu">
            <a:extLst>
              <a:ext uri="{FF2B5EF4-FFF2-40B4-BE49-F238E27FC236}">
                <a16:creationId xmlns:a16="http://schemas.microsoft.com/office/drawing/2014/main" id="{D192B700-06F5-5993-79C1-4DB8105A2BC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1372" y="2011855"/>
            <a:ext cx="5804765" cy="4004516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014CF-257B-6C01-9F4B-A18696E37E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>
                <a:latin typeface="Times New Roman"/>
                <a:cs typeface="Times New Roman"/>
              </a:rPr>
              <a:t>Bu </a:t>
            </a:r>
            <a:r>
              <a:rPr lang="en-US" sz="2400" err="1">
                <a:latin typeface="Times New Roman"/>
                <a:cs typeface="Times New Roman"/>
              </a:rPr>
              <a:t>örnekte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api</a:t>
            </a:r>
            <a:r>
              <a:rPr lang="en-US" sz="2400">
                <a:latin typeface="Times New Roman"/>
                <a:cs typeface="Times New Roman"/>
              </a:rPr>
              <a:t>/colors/add </a:t>
            </a:r>
            <a:r>
              <a:rPr lang="en-US" sz="2400" err="1">
                <a:latin typeface="Times New Roman"/>
                <a:cs typeface="Times New Roman"/>
              </a:rPr>
              <a:t>ile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renk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ekledik</a:t>
            </a:r>
            <a:r>
              <a:rPr lang="en-US" sz="2400">
                <a:latin typeface="Times New Roman"/>
                <a:cs typeface="Times New Roman"/>
              </a:rPr>
              <a:t>. </a:t>
            </a:r>
            <a:r>
              <a:rPr lang="en-US" sz="2400" err="1">
                <a:latin typeface="Times New Roman"/>
                <a:cs typeface="Times New Roman"/>
              </a:rPr>
              <a:t>Tabloya</a:t>
            </a:r>
            <a:r>
              <a:rPr lang="en-US" sz="2400">
                <a:latin typeface="Times New Roman"/>
                <a:cs typeface="Times New Roman"/>
              </a:rPr>
              <a:t> id </a:t>
            </a:r>
            <a:r>
              <a:rPr lang="en-US" sz="2400" err="1">
                <a:latin typeface="Times New Roman"/>
                <a:cs typeface="Times New Roman"/>
              </a:rPr>
              <a:t>ve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isim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yazıp</a:t>
            </a:r>
            <a:r>
              <a:rPr lang="en-US" sz="2400">
                <a:latin typeface="Times New Roman"/>
                <a:cs typeface="Times New Roman"/>
              </a:rPr>
              <a:t> Execute </a:t>
            </a:r>
            <a:r>
              <a:rPr lang="en-US" sz="2400" err="1">
                <a:latin typeface="Times New Roman"/>
                <a:cs typeface="Times New Roman"/>
              </a:rPr>
              <a:t>diyerek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veritabanı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tablomuzda</a:t>
            </a:r>
            <a:r>
              <a:rPr lang="en-US" sz="2400">
                <a:latin typeface="Times New Roman"/>
                <a:cs typeface="Times New Roman"/>
              </a:rPr>
              <a:t> yeni </a:t>
            </a:r>
            <a:r>
              <a:rPr lang="en-US" sz="2400" err="1">
                <a:latin typeface="Times New Roman"/>
                <a:cs typeface="Times New Roman"/>
              </a:rPr>
              <a:t>bir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renk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oluşturduk</a:t>
            </a:r>
            <a:r>
              <a:rPr lang="en-US" sz="2400">
                <a:latin typeface="Times New Roman"/>
                <a:cs typeface="Times New Roman"/>
              </a:rPr>
              <a:t>. Core </a:t>
            </a:r>
            <a:r>
              <a:rPr lang="en-US" sz="2400" err="1">
                <a:latin typeface="Times New Roman"/>
                <a:cs typeface="Times New Roman"/>
              </a:rPr>
              <a:t>katmanında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oluşturduğumuz</a:t>
            </a:r>
            <a:r>
              <a:rPr lang="en-US" sz="2400">
                <a:latin typeface="Times New Roman"/>
                <a:cs typeface="Times New Roman"/>
              </a:rPr>
              <a:t> Result </a:t>
            </a:r>
            <a:r>
              <a:rPr lang="en-US" sz="2400" err="1">
                <a:latin typeface="Times New Roman"/>
                <a:cs typeface="Times New Roman"/>
              </a:rPr>
              <a:t>ve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ondan</a:t>
            </a:r>
            <a:r>
              <a:rPr lang="en-US" sz="2400">
                <a:latin typeface="Times New Roman"/>
                <a:cs typeface="Times New Roman"/>
              </a:rPr>
              <a:t> Inherit </a:t>
            </a:r>
            <a:r>
              <a:rPr lang="en-US" sz="2400" err="1">
                <a:latin typeface="Times New Roman"/>
                <a:cs typeface="Times New Roman"/>
              </a:rPr>
              <a:t>edilen</a:t>
            </a:r>
            <a:r>
              <a:rPr lang="en-US" sz="2400">
                <a:latin typeface="Times New Roman"/>
                <a:cs typeface="Times New Roman"/>
              </a:rPr>
              <a:t> alt </a:t>
            </a:r>
            <a:r>
              <a:rPr lang="en-US" sz="2400" err="1">
                <a:latin typeface="Times New Roman"/>
                <a:cs typeface="Times New Roman"/>
              </a:rPr>
              <a:t>sınıfları</a:t>
            </a:r>
            <a:r>
              <a:rPr lang="en-US" sz="2400">
                <a:latin typeface="Times New Roman"/>
                <a:cs typeface="Times New Roman"/>
              </a:rPr>
              <a:t> API </a:t>
            </a:r>
            <a:r>
              <a:rPr lang="en-US" sz="2400" err="1">
                <a:latin typeface="Times New Roman"/>
                <a:cs typeface="Times New Roman"/>
              </a:rPr>
              <a:t>katmanında</a:t>
            </a:r>
            <a:r>
              <a:rPr lang="en-US" sz="2400">
                <a:latin typeface="Times New Roman"/>
                <a:cs typeface="Times New Roman"/>
              </a:rPr>
              <a:t> return </a:t>
            </a:r>
            <a:r>
              <a:rPr lang="en-US" sz="2400" err="1">
                <a:latin typeface="Times New Roman"/>
                <a:cs typeface="Times New Roman"/>
              </a:rPr>
              <a:t>tipinde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döndürmemiz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sayesinde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renk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eklediğimizde</a:t>
            </a:r>
            <a:r>
              <a:rPr lang="en-US" sz="2400">
                <a:latin typeface="Times New Roman"/>
                <a:cs typeface="Times New Roman"/>
              </a:rPr>
              <a:t> "true" </a:t>
            </a:r>
            <a:r>
              <a:rPr lang="en-US" sz="2400" err="1">
                <a:latin typeface="Times New Roman"/>
                <a:cs typeface="Times New Roman"/>
              </a:rPr>
              <a:t>ve</a:t>
            </a:r>
            <a:r>
              <a:rPr lang="en-US" sz="2400">
                <a:latin typeface="Times New Roman"/>
                <a:cs typeface="Times New Roman"/>
              </a:rPr>
              <a:t> "Renk </a:t>
            </a:r>
            <a:r>
              <a:rPr lang="en-US" sz="2400" err="1">
                <a:latin typeface="Times New Roman"/>
                <a:cs typeface="Times New Roman"/>
              </a:rPr>
              <a:t>Eklendi</a:t>
            </a:r>
            <a:r>
              <a:rPr lang="en-US" sz="2400">
                <a:latin typeface="Times New Roman"/>
                <a:cs typeface="Times New Roman"/>
              </a:rPr>
              <a:t>" </a:t>
            </a:r>
            <a:r>
              <a:rPr lang="en-US" sz="2400" err="1">
                <a:latin typeface="Times New Roman"/>
                <a:cs typeface="Times New Roman"/>
              </a:rPr>
              <a:t>dönüşleri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 err="1">
                <a:latin typeface="Times New Roman"/>
                <a:cs typeface="Times New Roman"/>
              </a:rPr>
              <a:t>aldık</a:t>
            </a:r>
            <a:r>
              <a:rPr lang="en-US" sz="240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03735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C1B8F-642C-AA10-8C58-FBC960EFC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" y="764373"/>
            <a:ext cx="11503991" cy="1293028"/>
          </a:xfrm>
        </p:spPr>
        <p:txBody>
          <a:bodyPr>
            <a:normAutofit/>
          </a:bodyPr>
          <a:lstStyle/>
          <a:p>
            <a:pPr algn="ctr"/>
            <a:r>
              <a:rPr lang="en-US">
                <a:latin typeface="Times New Roman"/>
                <a:cs typeface="Times New Roman"/>
              </a:rPr>
              <a:t>VERİ TABANI YÖNETİM SİSTEMİ</a:t>
            </a:r>
          </a:p>
        </p:txBody>
      </p:sp>
      <p:pic>
        <p:nvPicPr>
          <p:cNvPr id="4" name="Content Placeholder 3" descr="A screenshot of a computer screen&#10;&#10;Açıklama otomatik olarak oluşturuldu">
            <a:extLst>
              <a:ext uri="{FF2B5EF4-FFF2-40B4-BE49-F238E27FC236}">
                <a16:creationId xmlns:a16="http://schemas.microsoft.com/office/drawing/2014/main" id="{7D53C6B9-80C8-8E6D-0B1B-414D861D5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54" y="2054725"/>
            <a:ext cx="5525653" cy="4538206"/>
          </a:xfrm>
          <a:prstGeom prst="rect">
            <a:avLst/>
          </a:prstGeom>
        </p:spPr>
      </p:pic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C0F5C1F0-6F2B-0710-DAD7-E6BD19325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4817" y="2194560"/>
            <a:ext cx="5761383" cy="452108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3200" err="1">
                <a:latin typeface="Times New Roman"/>
                <a:ea typeface="+mn-lt"/>
                <a:cs typeface="+mn-lt"/>
              </a:rPr>
              <a:t>Veritabanı</a:t>
            </a:r>
            <a:r>
              <a:rPr lang="en-US" sz="3200">
                <a:latin typeface="Times New Roman"/>
                <a:ea typeface="+mn-lt"/>
                <a:cs typeface="+mn-lt"/>
              </a:rPr>
              <a:t> </a:t>
            </a:r>
            <a:r>
              <a:rPr lang="en-US" sz="3200" err="1">
                <a:latin typeface="Times New Roman"/>
                <a:ea typeface="+mn-lt"/>
                <a:cs typeface="+mn-lt"/>
              </a:rPr>
              <a:t>olarak</a:t>
            </a:r>
            <a:r>
              <a:rPr lang="en-US" sz="3200">
                <a:latin typeface="Times New Roman"/>
                <a:ea typeface="+mn-lt"/>
                <a:cs typeface="+mn-lt"/>
              </a:rPr>
              <a:t> da PostgreSQL </a:t>
            </a:r>
            <a:r>
              <a:rPr lang="en-US" sz="3200" err="1">
                <a:latin typeface="Times New Roman"/>
                <a:ea typeface="+mn-lt"/>
                <a:cs typeface="+mn-lt"/>
              </a:rPr>
              <a:t>kullanıldı</a:t>
            </a:r>
            <a:r>
              <a:rPr lang="en-US" sz="3200">
                <a:latin typeface="Times New Roman"/>
                <a:ea typeface="+mn-lt"/>
                <a:cs typeface="+mn-lt"/>
              </a:rPr>
              <a:t>. </a:t>
            </a:r>
            <a:r>
              <a:rPr lang="en-US" sz="3200" err="1">
                <a:latin typeface="Times New Roman"/>
                <a:ea typeface="+mn-lt"/>
                <a:cs typeface="+mn-lt"/>
              </a:rPr>
              <a:t>Tabloların</a:t>
            </a:r>
            <a:r>
              <a:rPr lang="en-US" sz="3200">
                <a:latin typeface="Times New Roman"/>
                <a:ea typeface="+mn-lt"/>
                <a:cs typeface="+mn-lt"/>
              </a:rPr>
              <a:t> </a:t>
            </a:r>
            <a:r>
              <a:rPr lang="en-US" sz="3200" err="1">
                <a:latin typeface="Times New Roman"/>
                <a:ea typeface="+mn-lt"/>
                <a:cs typeface="+mn-lt"/>
              </a:rPr>
              <a:t>verileri</a:t>
            </a:r>
            <a:r>
              <a:rPr lang="en-US" sz="3200">
                <a:latin typeface="Times New Roman"/>
                <a:ea typeface="+mn-lt"/>
                <a:cs typeface="+mn-lt"/>
              </a:rPr>
              <a:t> </a:t>
            </a:r>
            <a:r>
              <a:rPr lang="en-US" sz="3200" err="1">
                <a:latin typeface="Times New Roman"/>
                <a:ea typeface="+mn-lt"/>
                <a:cs typeface="+mn-lt"/>
              </a:rPr>
              <a:t>burada</a:t>
            </a:r>
            <a:r>
              <a:rPr lang="en-US" sz="3200">
                <a:latin typeface="Times New Roman"/>
                <a:ea typeface="+mn-lt"/>
                <a:cs typeface="+mn-lt"/>
              </a:rPr>
              <a:t> </a:t>
            </a:r>
            <a:r>
              <a:rPr lang="en-US" sz="3200" err="1">
                <a:latin typeface="Times New Roman"/>
                <a:ea typeface="+mn-lt"/>
                <a:cs typeface="+mn-lt"/>
              </a:rPr>
              <a:t>girildi</a:t>
            </a:r>
            <a:r>
              <a:rPr lang="en-US" sz="3200">
                <a:latin typeface="Times New Roman"/>
                <a:ea typeface="+mn-lt"/>
                <a:cs typeface="+mn-lt"/>
              </a:rPr>
              <a:t> </a:t>
            </a:r>
            <a:r>
              <a:rPr lang="en-US" sz="3200" err="1">
                <a:latin typeface="Times New Roman"/>
                <a:ea typeface="+mn-lt"/>
                <a:cs typeface="+mn-lt"/>
              </a:rPr>
              <a:t>ve</a:t>
            </a:r>
            <a:r>
              <a:rPr lang="en-US" sz="3200">
                <a:latin typeface="Times New Roman"/>
                <a:ea typeface="+mn-lt"/>
                <a:cs typeface="+mn-lt"/>
              </a:rPr>
              <a:t> </a:t>
            </a:r>
            <a:r>
              <a:rPr lang="en-US" sz="3200" err="1">
                <a:latin typeface="Times New Roman"/>
                <a:ea typeface="+mn-lt"/>
                <a:cs typeface="+mn-lt"/>
              </a:rPr>
              <a:t>marka</a:t>
            </a:r>
            <a:r>
              <a:rPr lang="en-US" sz="3200">
                <a:latin typeface="Times New Roman"/>
                <a:ea typeface="+mn-lt"/>
                <a:cs typeface="+mn-lt"/>
              </a:rPr>
              <a:t>, </a:t>
            </a:r>
            <a:r>
              <a:rPr lang="en-US" sz="3200" err="1">
                <a:latin typeface="Times New Roman"/>
                <a:ea typeface="+mn-lt"/>
                <a:cs typeface="+mn-lt"/>
              </a:rPr>
              <a:t>renk</a:t>
            </a:r>
            <a:r>
              <a:rPr lang="en-US" sz="3200">
                <a:latin typeface="Times New Roman"/>
                <a:ea typeface="+mn-lt"/>
                <a:cs typeface="+mn-lt"/>
              </a:rPr>
              <a:t> </a:t>
            </a:r>
            <a:r>
              <a:rPr lang="en-US" sz="3200" err="1">
                <a:latin typeface="Times New Roman"/>
                <a:ea typeface="+mn-lt"/>
                <a:cs typeface="+mn-lt"/>
              </a:rPr>
              <a:t>ve</a:t>
            </a:r>
            <a:r>
              <a:rPr lang="en-US" sz="3200">
                <a:latin typeface="Times New Roman"/>
                <a:ea typeface="+mn-lt"/>
                <a:cs typeface="+mn-lt"/>
              </a:rPr>
              <a:t> </a:t>
            </a:r>
            <a:r>
              <a:rPr lang="en-US" sz="3200" err="1">
                <a:latin typeface="Times New Roman"/>
                <a:ea typeface="+mn-lt"/>
                <a:cs typeface="+mn-lt"/>
              </a:rPr>
              <a:t>modeller</a:t>
            </a:r>
            <a:r>
              <a:rPr lang="en-US" sz="3200">
                <a:latin typeface="Times New Roman"/>
                <a:ea typeface="+mn-lt"/>
                <a:cs typeface="+mn-lt"/>
              </a:rPr>
              <a:t> </a:t>
            </a:r>
            <a:r>
              <a:rPr lang="en-US" sz="3200" err="1">
                <a:latin typeface="Times New Roman"/>
                <a:ea typeface="+mn-lt"/>
                <a:cs typeface="+mn-lt"/>
              </a:rPr>
              <a:t>oluşturuldu</a:t>
            </a:r>
            <a:r>
              <a:rPr lang="en-US" sz="3200">
                <a:latin typeface="Times New Roman"/>
                <a:ea typeface="+mn-lt"/>
                <a:cs typeface="+mn-lt"/>
              </a:rPr>
              <a:t>. En </a:t>
            </a:r>
            <a:r>
              <a:rPr lang="en-US" sz="3200" err="1">
                <a:latin typeface="Times New Roman"/>
                <a:ea typeface="+mn-lt"/>
                <a:cs typeface="+mn-lt"/>
              </a:rPr>
              <a:t>sonunda</a:t>
            </a:r>
            <a:r>
              <a:rPr lang="en-US" sz="3200">
                <a:latin typeface="Times New Roman"/>
                <a:ea typeface="+mn-lt"/>
                <a:cs typeface="+mn-lt"/>
              </a:rPr>
              <a:t> da </a:t>
            </a:r>
            <a:r>
              <a:rPr lang="en-US" sz="3200" err="1">
                <a:latin typeface="Times New Roman"/>
                <a:ea typeface="+mn-lt"/>
                <a:cs typeface="+mn-lt"/>
              </a:rPr>
              <a:t>bu</a:t>
            </a:r>
            <a:r>
              <a:rPr lang="en-US" sz="3200">
                <a:latin typeface="Times New Roman"/>
                <a:ea typeface="+mn-lt"/>
                <a:cs typeface="+mn-lt"/>
              </a:rPr>
              <a:t> </a:t>
            </a:r>
            <a:r>
              <a:rPr lang="en-US" sz="3200" err="1">
                <a:latin typeface="Times New Roman"/>
                <a:ea typeface="+mn-lt"/>
                <a:cs typeface="+mn-lt"/>
              </a:rPr>
              <a:t>id’ler</a:t>
            </a:r>
            <a:r>
              <a:rPr lang="en-US" sz="3200">
                <a:latin typeface="Times New Roman"/>
                <a:ea typeface="+mn-lt"/>
                <a:cs typeface="+mn-lt"/>
              </a:rPr>
              <a:t> </a:t>
            </a:r>
            <a:r>
              <a:rPr lang="en-US" sz="3200" err="1">
                <a:latin typeface="Times New Roman"/>
                <a:ea typeface="+mn-lt"/>
                <a:cs typeface="+mn-lt"/>
              </a:rPr>
              <a:t>doğru</a:t>
            </a:r>
            <a:r>
              <a:rPr lang="en-US" sz="3200">
                <a:latin typeface="Times New Roman"/>
                <a:ea typeface="+mn-lt"/>
                <a:cs typeface="+mn-lt"/>
              </a:rPr>
              <a:t> </a:t>
            </a:r>
            <a:r>
              <a:rPr lang="en-US" sz="3200" err="1">
                <a:latin typeface="Times New Roman"/>
                <a:ea typeface="+mn-lt"/>
                <a:cs typeface="+mn-lt"/>
              </a:rPr>
              <a:t>şekilde</a:t>
            </a:r>
            <a:r>
              <a:rPr lang="en-US" sz="3200">
                <a:latin typeface="Times New Roman"/>
                <a:ea typeface="+mn-lt"/>
                <a:cs typeface="+mn-lt"/>
              </a:rPr>
              <a:t> </a:t>
            </a:r>
            <a:r>
              <a:rPr lang="en-US" sz="3200" err="1">
                <a:latin typeface="Times New Roman"/>
                <a:ea typeface="+mn-lt"/>
                <a:cs typeface="+mn-lt"/>
              </a:rPr>
              <a:t>girilerek</a:t>
            </a:r>
            <a:r>
              <a:rPr lang="en-US" sz="3200">
                <a:latin typeface="Times New Roman"/>
                <a:ea typeface="+mn-lt"/>
                <a:cs typeface="+mn-lt"/>
              </a:rPr>
              <a:t> </a:t>
            </a:r>
            <a:r>
              <a:rPr lang="en-US" sz="3200" err="1">
                <a:latin typeface="Times New Roman"/>
                <a:ea typeface="+mn-lt"/>
                <a:cs typeface="+mn-lt"/>
              </a:rPr>
              <a:t>arabaları</a:t>
            </a:r>
            <a:r>
              <a:rPr lang="en-US" sz="3200">
                <a:latin typeface="Times New Roman"/>
                <a:ea typeface="+mn-lt"/>
                <a:cs typeface="+mn-lt"/>
              </a:rPr>
              <a:t> </a:t>
            </a:r>
            <a:r>
              <a:rPr lang="en-US" sz="3200" err="1">
                <a:latin typeface="Times New Roman"/>
                <a:ea typeface="+mn-lt"/>
                <a:cs typeface="+mn-lt"/>
              </a:rPr>
              <a:t>oluşturduk</a:t>
            </a:r>
            <a:r>
              <a:rPr lang="en-US" sz="3200">
                <a:latin typeface="Times New Roman"/>
                <a:ea typeface="+mn-lt"/>
                <a:cs typeface="+mn-lt"/>
              </a:rPr>
              <a:t>. Bunun </a:t>
            </a:r>
            <a:r>
              <a:rPr lang="en-US" sz="3200" err="1">
                <a:latin typeface="Times New Roman"/>
                <a:ea typeface="+mn-lt"/>
                <a:cs typeface="+mn-lt"/>
              </a:rPr>
              <a:t>yanında</a:t>
            </a:r>
            <a:r>
              <a:rPr lang="en-US" sz="3200">
                <a:latin typeface="Times New Roman"/>
                <a:ea typeface="+mn-lt"/>
                <a:cs typeface="+mn-lt"/>
              </a:rPr>
              <a:t> </a:t>
            </a:r>
            <a:r>
              <a:rPr lang="en-US" sz="3200" err="1">
                <a:latin typeface="Times New Roman"/>
                <a:ea typeface="+mn-lt"/>
                <a:cs typeface="+mn-lt"/>
              </a:rPr>
              <a:t>açıklama</a:t>
            </a:r>
            <a:r>
              <a:rPr lang="en-US" sz="3200">
                <a:latin typeface="Times New Roman"/>
                <a:ea typeface="+mn-lt"/>
                <a:cs typeface="+mn-lt"/>
              </a:rPr>
              <a:t>, model </a:t>
            </a:r>
            <a:r>
              <a:rPr lang="en-US" sz="3200" err="1">
                <a:latin typeface="Times New Roman"/>
                <a:ea typeface="+mn-lt"/>
                <a:cs typeface="+mn-lt"/>
              </a:rPr>
              <a:t>yılı</a:t>
            </a:r>
            <a:r>
              <a:rPr lang="en-US" sz="3200">
                <a:latin typeface="Times New Roman"/>
                <a:ea typeface="+mn-lt"/>
                <a:cs typeface="+mn-lt"/>
              </a:rPr>
              <a:t> </a:t>
            </a:r>
            <a:r>
              <a:rPr lang="en-US" sz="3200" err="1">
                <a:latin typeface="Times New Roman"/>
                <a:ea typeface="+mn-lt"/>
                <a:cs typeface="+mn-lt"/>
              </a:rPr>
              <a:t>ve</a:t>
            </a:r>
            <a:r>
              <a:rPr lang="en-US" sz="3200">
                <a:latin typeface="Times New Roman"/>
                <a:ea typeface="+mn-lt"/>
                <a:cs typeface="+mn-lt"/>
              </a:rPr>
              <a:t> </a:t>
            </a:r>
            <a:r>
              <a:rPr lang="en-US" sz="3200" err="1">
                <a:latin typeface="Times New Roman"/>
                <a:ea typeface="+mn-lt"/>
                <a:cs typeface="+mn-lt"/>
              </a:rPr>
              <a:t>günlük</a:t>
            </a:r>
            <a:r>
              <a:rPr lang="en-US" sz="3200">
                <a:latin typeface="Times New Roman"/>
                <a:ea typeface="+mn-lt"/>
                <a:cs typeface="+mn-lt"/>
              </a:rPr>
              <a:t> </a:t>
            </a:r>
            <a:r>
              <a:rPr lang="en-US" sz="3200" err="1">
                <a:latin typeface="Times New Roman"/>
                <a:ea typeface="+mn-lt"/>
                <a:cs typeface="+mn-lt"/>
              </a:rPr>
              <a:t>fiyatlar</a:t>
            </a:r>
            <a:r>
              <a:rPr lang="en-US" sz="3200">
                <a:latin typeface="Times New Roman"/>
                <a:ea typeface="+mn-lt"/>
                <a:cs typeface="+mn-lt"/>
              </a:rPr>
              <a:t> da </a:t>
            </a:r>
            <a:r>
              <a:rPr lang="en-US" sz="3200" err="1">
                <a:latin typeface="Times New Roman"/>
                <a:ea typeface="+mn-lt"/>
                <a:cs typeface="+mn-lt"/>
              </a:rPr>
              <a:t>girildi</a:t>
            </a:r>
            <a:r>
              <a:rPr lang="en-US" sz="3200">
                <a:latin typeface="Times New Roman"/>
                <a:ea typeface="+mn-lt"/>
                <a:cs typeface="+mn-lt"/>
              </a:rPr>
              <a:t>.</a:t>
            </a:r>
            <a:endParaRPr lang="en-US" sz="320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34880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1583D-9C5D-F649-8600-C6C150165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7" y="764373"/>
            <a:ext cx="11496963" cy="1293028"/>
          </a:xfrm>
        </p:spPr>
        <p:txBody>
          <a:bodyPr/>
          <a:lstStyle/>
          <a:p>
            <a:pPr algn="ctr"/>
            <a:r>
              <a:rPr lang="en-US" err="1">
                <a:latin typeface="Times New Roman"/>
                <a:cs typeface="Times New Roman"/>
              </a:rPr>
              <a:t>Projenİn</a:t>
            </a:r>
            <a:r>
              <a:rPr lang="en-US">
                <a:latin typeface="Times New Roman"/>
                <a:cs typeface="Times New Roman"/>
              </a:rPr>
              <a:t> Frontend </a:t>
            </a:r>
            <a:r>
              <a:rPr lang="en-US" err="1">
                <a:latin typeface="Times New Roman"/>
                <a:cs typeface="Times New Roman"/>
              </a:rPr>
              <a:t>kısmı</a:t>
            </a:r>
            <a:endParaRPr lang="en-US">
              <a:latin typeface="Times New Roman"/>
              <a:cs typeface="Times New Roman"/>
            </a:endParaRPr>
          </a:p>
        </p:txBody>
      </p:sp>
      <p:pic>
        <p:nvPicPr>
          <p:cNvPr id="17" name="Content Placeholder 16" descr="A black and blue screen&#10;&#10;Açıklama otomatik olarak oluşturuldu">
            <a:extLst>
              <a:ext uri="{FF2B5EF4-FFF2-40B4-BE49-F238E27FC236}">
                <a16:creationId xmlns:a16="http://schemas.microsoft.com/office/drawing/2014/main" id="{C4E892C9-4AEF-55A2-0FBF-8623201E3B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-4618" y="2268569"/>
            <a:ext cx="6096000" cy="4026195"/>
          </a:xfrm>
        </p:spPr>
      </p:pic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BCC91C-DEE5-7FA8-F7B6-2EB8880465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69891" y="2263832"/>
            <a:ext cx="5334000" cy="402412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err="1">
                <a:latin typeface="Times New Roman"/>
                <a:cs typeface="Times New Roman"/>
              </a:rPr>
              <a:t>Projenin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önyüz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kısmı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için</a:t>
            </a:r>
            <a:r>
              <a:rPr lang="en-US">
                <a:latin typeface="Times New Roman"/>
                <a:cs typeface="Times New Roman"/>
              </a:rPr>
              <a:t> React </a:t>
            </a:r>
            <a:r>
              <a:rPr lang="en-US" err="1">
                <a:latin typeface="Times New Roman"/>
                <a:cs typeface="Times New Roman"/>
              </a:rPr>
              <a:t>kullandık</a:t>
            </a:r>
            <a:r>
              <a:rPr lang="en-US">
                <a:latin typeface="Times New Roman"/>
                <a:cs typeface="Times New Roman"/>
              </a:rPr>
              <a:t>. Services </a:t>
            </a:r>
            <a:r>
              <a:rPr lang="en-US" err="1">
                <a:latin typeface="Times New Roman"/>
                <a:cs typeface="Times New Roman"/>
              </a:rPr>
              <a:t>dosyasında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fonksiyonlar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oluşturarak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API'den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gelen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URL'leri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kullandık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ve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verileri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çağırdık</a:t>
            </a:r>
            <a:r>
              <a:rPr lang="en-US">
                <a:latin typeface="Times New Roman"/>
                <a:cs typeface="Times New Roman"/>
              </a:rPr>
              <a:t>. Layouts </a:t>
            </a:r>
            <a:r>
              <a:rPr lang="en-US" err="1">
                <a:latin typeface="Times New Roman"/>
                <a:cs typeface="Times New Roman"/>
              </a:rPr>
              <a:t>dosyasında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ise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solda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markaları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listeleyip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yukarıdaki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Navbar'ı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ekledik</a:t>
            </a:r>
            <a:r>
              <a:rPr lang="en-US">
                <a:latin typeface="Times New Roman"/>
                <a:cs typeface="Times New Roman"/>
              </a:rPr>
              <a:t>. </a:t>
            </a:r>
          </a:p>
          <a:p>
            <a:pPr marL="0" indent="0">
              <a:buNone/>
            </a:pPr>
            <a:r>
              <a:rPr lang="en-US" err="1">
                <a:latin typeface="Times New Roman"/>
                <a:cs typeface="Times New Roman"/>
              </a:rPr>
              <a:t>BrandList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ve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CarList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dosyalarında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onlara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ait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olan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Service'leri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çağırdık</a:t>
            </a:r>
            <a:r>
              <a:rPr lang="en-US">
                <a:latin typeface="Times New Roman"/>
                <a:cs typeface="Times New Roman"/>
              </a:rPr>
              <a:t>. Map </a:t>
            </a:r>
            <a:r>
              <a:rPr lang="en-US" err="1">
                <a:latin typeface="Times New Roman"/>
                <a:cs typeface="Times New Roman"/>
              </a:rPr>
              <a:t>methodu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sayesinde</a:t>
            </a:r>
            <a:r>
              <a:rPr lang="en-US">
                <a:latin typeface="Times New Roman"/>
                <a:cs typeface="Times New Roman"/>
              </a:rPr>
              <a:t> o </a:t>
            </a:r>
            <a:r>
              <a:rPr lang="en-US" err="1">
                <a:latin typeface="Times New Roman"/>
                <a:cs typeface="Times New Roman"/>
              </a:rPr>
              <a:t>tabloları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baştan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sona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dolaşmasını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sağlayıp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istediğimiz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özelliği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veritabanındaki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sırası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ile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yazdırmasını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sağladık</a:t>
            </a:r>
            <a:r>
              <a:rPr lang="en-US">
                <a:latin typeface="Times New Roman"/>
                <a:cs typeface="Times New Roman"/>
              </a:rPr>
              <a:t>. </a:t>
            </a:r>
            <a:r>
              <a:rPr lang="en-US" err="1">
                <a:latin typeface="Times New Roman"/>
                <a:cs typeface="Times New Roman"/>
              </a:rPr>
              <a:t>Böylece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sitemizde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oluşturduğumuz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tabloyu</a:t>
            </a:r>
            <a:r>
              <a:rPr lang="en-US">
                <a:latin typeface="Times New Roman"/>
                <a:cs typeface="Times New Roman"/>
              </a:rPr>
              <a:t> </a:t>
            </a:r>
            <a:r>
              <a:rPr lang="en-US" err="1">
                <a:latin typeface="Times New Roman"/>
                <a:cs typeface="Times New Roman"/>
              </a:rPr>
              <a:t>kendi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elimizle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doldurmaktan</a:t>
            </a:r>
            <a:r>
              <a:rPr lang="en-US">
                <a:latin typeface="Times New Roman"/>
                <a:cs typeface="Times New Roman"/>
              </a:rPr>
              <a:t> </a:t>
            </a:r>
            <a:r>
              <a:rPr lang="en-US" err="1">
                <a:latin typeface="Times New Roman"/>
                <a:cs typeface="Times New Roman"/>
              </a:rPr>
              <a:t>kurtulduk</a:t>
            </a:r>
            <a:r>
              <a:rPr lang="en-US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50970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454E8-CAC1-BC9B-EC43-7B925B088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7" y="764373"/>
            <a:ext cx="11496963" cy="1293028"/>
          </a:xfrm>
        </p:spPr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      WEB SİTEMİZİN GÖRSEL TASARIMI</a:t>
            </a:r>
            <a:endParaRPr lang="en-US"/>
          </a:p>
        </p:txBody>
      </p:sp>
      <p:pic>
        <p:nvPicPr>
          <p:cNvPr id="5" name="Content Placeholder 4" descr="A screenshot of a computer&#10;&#10;Açıklama otomatik olarak oluşturuldu">
            <a:extLst>
              <a:ext uri="{FF2B5EF4-FFF2-40B4-BE49-F238E27FC236}">
                <a16:creationId xmlns:a16="http://schemas.microsoft.com/office/drawing/2014/main" id="{27BEFAF1-4728-C9C1-29F6-ACF324327C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325" y="2238734"/>
            <a:ext cx="11123958" cy="4024125"/>
          </a:xfrm>
        </p:spPr>
      </p:pic>
    </p:spTree>
    <p:extLst>
      <p:ext uri="{BB962C8B-B14F-4D97-AF65-F5344CB8AC3E}">
        <p14:creationId xmlns:p14="http://schemas.microsoft.com/office/powerpoint/2010/main" val="27471919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7D501-4DF5-5093-B4A6-42F640E0F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280" y="1454647"/>
            <a:ext cx="11096486" cy="48192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err="1">
                <a:latin typeface="Times New Roman"/>
                <a:ea typeface="+mn-lt"/>
                <a:cs typeface="+mn-lt"/>
              </a:rPr>
              <a:t>Kısacası</a:t>
            </a:r>
            <a:r>
              <a:rPr lang="en-US" sz="2800">
                <a:latin typeface="Times New Roman"/>
                <a:ea typeface="+mn-lt"/>
                <a:cs typeface="+mn-lt"/>
              </a:rPr>
              <a:t> biz </a:t>
            </a:r>
            <a:r>
              <a:rPr lang="en-US" sz="2800" err="1">
                <a:latin typeface="Times New Roman"/>
                <a:ea typeface="+mn-lt"/>
                <a:cs typeface="+mn-lt"/>
              </a:rPr>
              <a:t>bu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projede</a:t>
            </a:r>
            <a:r>
              <a:rPr lang="en-US" sz="2800">
                <a:latin typeface="Times New Roman"/>
                <a:ea typeface="+mn-lt"/>
                <a:cs typeface="+mn-lt"/>
              </a:rPr>
              <a:t> Java </a:t>
            </a:r>
            <a:r>
              <a:rPr lang="en-US" sz="2800" err="1">
                <a:latin typeface="Times New Roman"/>
                <a:ea typeface="+mn-lt"/>
                <a:cs typeface="+mn-lt"/>
              </a:rPr>
              <a:t>programlama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dilinde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yazdığımız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kodlar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ile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veritabanı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ve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dış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dünya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arasında</a:t>
            </a:r>
            <a:r>
              <a:rPr lang="en-US" sz="2800">
                <a:latin typeface="Times New Roman"/>
                <a:ea typeface="+mn-lt"/>
                <a:cs typeface="+mn-lt"/>
              </a:rPr>
              <a:t> </a:t>
            </a:r>
            <a:r>
              <a:rPr lang="en-US" sz="2800" err="1">
                <a:latin typeface="Times New Roman"/>
                <a:ea typeface="+mn-lt"/>
                <a:cs typeface="+mn-lt"/>
              </a:rPr>
              <a:t>bir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ilişki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kurulmasını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sağladık</a:t>
            </a:r>
            <a:r>
              <a:rPr lang="en-US" sz="2800">
                <a:latin typeface="Times New Roman"/>
                <a:ea typeface="+mn-lt"/>
                <a:cs typeface="+mn-lt"/>
              </a:rPr>
              <a:t>. </a:t>
            </a:r>
            <a:r>
              <a:rPr lang="en-US" sz="2800" err="1">
                <a:latin typeface="Times New Roman"/>
                <a:ea typeface="+mn-lt"/>
                <a:cs typeface="+mn-lt"/>
              </a:rPr>
              <a:t>Gerekli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varlıklar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oluşturup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onlara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başka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sınıflarda</a:t>
            </a:r>
            <a:r>
              <a:rPr lang="en-US" sz="2800">
                <a:latin typeface="Times New Roman"/>
                <a:ea typeface="+mn-lt"/>
                <a:cs typeface="+mn-lt"/>
              </a:rPr>
              <a:t> </a:t>
            </a:r>
            <a:r>
              <a:rPr lang="en-US" sz="2800" err="1">
                <a:latin typeface="Times New Roman"/>
                <a:ea typeface="+mn-lt"/>
                <a:cs typeface="+mn-lt"/>
              </a:rPr>
              <a:t>davranışlar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verdik</a:t>
            </a:r>
            <a:r>
              <a:rPr lang="en-US" sz="2800">
                <a:latin typeface="Times New Roman"/>
                <a:ea typeface="+mn-lt"/>
                <a:cs typeface="+mn-lt"/>
              </a:rPr>
              <a:t>. Birden </a:t>
            </a:r>
            <a:r>
              <a:rPr lang="en-US" sz="2800" err="1">
                <a:latin typeface="Times New Roman"/>
                <a:ea typeface="+mn-lt"/>
                <a:cs typeface="+mn-lt"/>
              </a:rPr>
              <a:t>fazla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katman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oluşturup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hepsine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ayrı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görevler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vererek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tek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bir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sınıftaki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kod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kirliliğini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önledik</a:t>
            </a:r>
            <a:r>
              <a:rPr lang="en-US" sz="2800">
                <a:latin typeface="Times New Roman"/>
                <a:ea typeface="+mn-lt"/>
                <a:cs typeface="+mn-lt"/>
              </a:rPr>
              <a:t>. Her </a:t>
            </a:r>
            <a:r>
              <a:rPr lang="en-US" sz="2800" err="1">
                <a:latin typeface="Times New Roman"/>
                <a:ea typeface="+mn-lt"/>
                <a:cs typeface="+mn-lt"/>
              </a:rPr>
              <a:t>katmanı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anlamlarına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uygun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kullanarak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bir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düzenleme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yapılacağı</a:t>
            </a:r>
            <a:r>
              <a:rPr lang="en-US" sz="2800">
                <a:latin typeface="Times New Roman"/>
                <a:ea typeface="+mn-lt"/>
                <a:cs typeface="+mn-lt"/>
              </a:rPr>
              <a:t> zaman </a:t>
            </a:r>
            <a:r>
              <a:rPr lang="en-US" sz="2800" err="1">
                <a:latin typeface="Times New Roman"/>
                <a:ea typeface="+mn-lt"/>
                <a:cs typeface="+mn-lt"/>
              </a:rPr>
              <a:t>zorlanılmasını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azalttık</a:t>
            </a:r>
            <a:r>
              <a:rPr lang="en-US" sz="2800">
                <a:latin typeface="Times New Roman"/>
                <a:ea typeface="+mn-lt"/>
                <a:cs typeface="+mn-lt"/>
              </a:rPr>
              <a:t>. </a:t>
            </a:r>
            <a:r>
              <a:rPr lang="en-US" sz="2800" err="1">
                <a:latin typeface="Times New Roman"/>
                <a:ea typeface="+mn-lt"/>
                <a:cs typeface="+mn-lt"/>
              </a:rPr>
              <a:t>Verileri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belirli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kurallara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koyduk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ve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kendi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içlerinde</a:t>
            </a:r>
            <a:r>
              <a:rPr lang="en-US" sz="2800">
                <a:latin typeface="Times New Roman"/>
                <a:ea typeface="+mn-lt"/>
                <a:cs typeface="+mn-lt"/>
              </a:rPr>
              <a:t> de </a:t>
            </a:r>
            <a:r>
              <a:rPr lang="en-US" sz="2800" err="1">
                <a:latin typeface="Times New Roman"/>
                <a:ea typeface="+mn-lt"/>
                <a:cs typeface="+mn-lt"/>
              </a:rPr>
              <a:t>iletişim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halinde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tuttuk</a:t>
            </a:r>
            <a:r>
              <a:rPr lang="en-US" sz="2800">
                <a:latin typeface="Times New Roman"/>
                <a:ea typeface="+mn-lt"/>
                <a:cs typeface="+mn-lt"/>
              </a:rPr>
              <a:t>. Sonra </a:t>
            </a:r>
            <a:r>
              <a:rPr lang="en-US" sz="2800" err="1">
                <a:latin typeface="Times New Roman"/>
                <a:ea typeface="+mn-lt"/>
                <a:cs typeface="+mn-lt"/>
              </a:rPr>
              <a:t>bu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verileri</a:t>
            </a:r>
            <a:r>
              <a:rPr lang="en-US" sz="2800">
                <a:latin typeface="Times New Roman"/>
                <a:ea typeface="+mn-lt"/>
                <a:cs typeface="+mn-lt"/>
              </a:rPr>
              <a:t> API </a:t>
            </a:r>
            <a:r>
              <a:rPr lang="en-US" sz="2800" err="1">
                <a:latin typeface="Times New Roman"/>
                <a:ea typeface="+mn-lt"/>
                <a:cs typeface="+mn-lt"/>
              </a:rPr>
              <a:t>yardımıyla</a:t>
            </a:r>
            <a:r>
              <a:rPr lang="en-US" sz="2800">
                <a:latin typeface="Times New Roman"/>
                <a:ea typeface="+mn-lt"/>
                <a:cs typeface="+mn-lt"/>
              </a:rPr>
              <a:t> Frontend </a:t>
            </a:r>
            <a:r>
              <a:rPr lang="en-US" sz="2800" err="1">
                <a:latin typeface="Times New Roman"/>
                <a:ea typeface="+mn-lt"/>
                <a:cs typeface="+mn-lt"/>
              </a:rPr>
              <a:t>kısmına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ilettik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ve</a:t>
            </a:r>
            <a:r>
              <a:rPr lang="en-US" sz="2800">
                <a:latin typeface="Times New Roman"/>
                <a:ea typeface="+mn-lt"/>
                <a:cs typeface="+mn-lt"/>
              </a:rPr>
              <a:t> React </a:t>
            </a:r>
            <a:r>
              <a:rPr lang="en-US" sz="2800" err="1">
                <a:latin typeface="Times New Roman"/>
                <a:ea typeface="+mn-lt"/>
                <a:cs typeface="+mn-lt"/>
              </a:rPr>
              <a:t>aracılığıyla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bunu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bir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websitesine</a:t>
            </a:r>
            <a:r>
              <a:rPr lang="en-US" sz="2800">
                <a:latin typeface="Times New Roman"/>
                <a:ea typeface="+mn-lt"/>
                <a:cs typeface="+mn-lt"/>
              </a:rPr>
              <a:t> </a:t>
            </a:r>
            <a:r>
              <a:rPr lang="en-US" sz="2800" err="1">
                <a:latin typeface="Times New Roman"/>
                <a:ea typeface="+mn-lt"/>
                <a:cs typeface="+mn-lt"/>
              </a:rPr>
              <a:t>dönüştürdük</a:t>
            </a:r>
            <a:r>
              <a:rPr lang="en-US" sz="2800">
                <a:latin typeface="Times New Roman"/>
                <a:ea typeface="+mn-lt"/>
                <a:cs typeface="+mn-lt"/>
              </a:rPr>
              <a:t>.</a:t>
            </a:r>
            <a:endParaRPr lang="en-US" sz="280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53033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9A22DDE2-FB2D-421B-B377-F9AD495CE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4C41CF4-4A13-4AA9-9300-CB7A2E37C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4103A-74CE-C87D-74AF-D80D69572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09" y="764372"/>
            <a:ext cx="3173688" cy="52160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/>
              <a:t>HAZIRLAYANLAR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A77B115-9FF3-46AE-AE08-826DEB9A6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27197" y="1923563"/>
            <a:ext cx="0" cy="301752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D509C98-F00A-7DDB-C746-99D722FFB642}"/>
              </a:ext>
            </a:extLst>
          </p:cNvPr>
          <p:cNvSpPr txBox="1"/>
          <p:nvPr/>
        </p:nvSpPr>
        <p:spPr>
          <a:xfrm>
            <a:off x="4370138" y="764372"/>
            <a:ext cx="7086600" cy="521601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EMRE YILMAZ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MUHAMMED NEBİ ALTUN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SERDAR GÜLER 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YAĞIZ ZORLU </a:t>
            </a:r>
          </a:p>
        </p:txBody>
      </p:sp>
    </p:spTree>
    <p:extLst>
      <p:ext uri="{BB962C8B-B14F-4D97-AF65-F5344CB8AC3E}">
        <p14:creationId xmlns:p14="http://schemas.microsoft.com/office/powerpoint/2010/main" val="84798787"/>
      </p:ext>
    </p:extLst>
  </p:cSld>
  <p:clrMapOvr>
    <a:masterClrMapping/>
  </p:clrMapOvr>
</p:sld>
</file>

<file path=ppt/theme/theme1.xml><?xml version="1.0" encoding="utf-8"?>
<a:theme xmlns:a="http://schemas.openxmlformats.org/drawingml/2006/main" name="Uçak İzi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TC104033937[[fn=Vapor Trail]]</Template>
  <Application>Microsoft Office PowerPoint</Application>
  <PresentationFormat>Geniş ekran</PresentationFormat>
  <Slides>32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32</vt:i4>
      </vt:variant>
    </vt:vector>
  </HeadingPairs>
  <TitlesOfParts>
    <vt:vector size="33" baseType="lpstr">
      <vt:lpstr>Uçak İzi</vt:lpstr>
      <vt:lpstr>ARAÇ KİRALAMA SİTESİ</vt:lpstr>
      <vt:lpstr>Neden araç kiralama sitesine ihtiyacımız vardır </vt:lpstr>
      <vt:lpstr>Neden araç kiralama sitesine ihtiyacımız vardır</vt:lpstr>
      <vt:lpstr>Neden araç kiralama sitesine ihtiyacımız vardır</vt:lpstr>
      <vt:lpstr>Neden araç kiralama sitesine ihtiyacımız vardır</vt:lpstr>
      <vt:lpstr> Kullanılan Teknolojiler</vt:lpstr>
      <vt:lpstr>PROJE MİMARİSİ</vt:lpstr>
      <vt:lpstr>PROJE MİMARİSİ KISIMLARI</vt:lpstr>
      <vt:lpstr>KATMANLAR</vt:lpstr>
      <vt:lpstr>1)Entıty katmanı</vt:lpstr>
      <vt:lpstr>1)Entıty katmanı</vt:lpstr>
      <vt:lpstr>2)Data access katmanı</vt:lpstr>
      <vt:lpstr>2)data access katmanı</vt:lpstr>
      <vt:lpstr>PROJEDE NEDEN INHERITANCE VE INTERFACE KULLANDIK</vt:lpstr>
      <vt:lpstr>3)CORE KATMANI</vt:lpstr>
      <vt:lpstr>3)CORE KATMANI</vt:lpstr>
      <vt:lpstr>3)CORE KATMANI</vt:lpstr>
      <vt:lpstr>3)CORE KATMANI</vt:lpstr>
      <vt:lpstr>PowerPoint Sunusu</vt:lpstr>
      <vt:lpstr>constructor ve thıs methodu</vt:lpstr>
      <vt:lpstr>4)busıness katmanı</vt:lpstr>
      <vt:lpstr>4)BUSINESS KATMANI</vt:lpstr>
      <vt:lpstr>5)API KATMANI</vt:lpstr>
      <vt:lpstr>5)API KATMANI</vt:lpstr>
      <vt:lpstr>Dependency ınjectıon</vt:lpstr>
      <vt:lpstr>PowerPoint Sunusu</vt:lpstr>
      <vt:lpstr>PowerPoint Sunusu</vt:lpstr>
      <vt:lpstr>VERİ TABANI YÖNETİM SİSTEMİ</vt:lpstr>
      <vt:lpstr>Projenİn Frontend kısmı</vt:lpstr>
      <vt:lpstr>      WEB SİTEMİZİN GÖRSEL TASARIMI</vt:lpstr>
      <vt:lpstr>PowerPoint Sunusu</vt:lpstr>
      <vt:lpstr>HAZIRLAYANLAR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/>
  <cp:lastModifiedBy>Serdar GÜLER</cp:lastModifiedBy>
  <cp:revision>2</cp:revision>
  <dcterms:created xsi:type="dcterms:W3CDTF">2024-06-02T20:05:24Z</dcterms:created>
  <dcterms:modified xsi:type="dcterms:W3CDTF">2024-06-05T19:35:06Z</dcterms:modified>
</cp:coreProperties>
</file>